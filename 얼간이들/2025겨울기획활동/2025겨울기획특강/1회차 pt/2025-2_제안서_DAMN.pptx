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5" r:id="rId1"/>
  </p:sldMasterIdLst>
  <p:notesMasterIdLst>
    <p:notesMasterId r:id="rId24"/>
  </p:notesMasterIdLst>
  <p:sldIdLst>
    <p:sldId id="256" r:id="rId2"/>
    <p:sldId id="258" r:id="rId3"/>
    <p:sldId id="259" r:id="rId4"/>
    <p:sldId id="260" r:id="rId5"/>
    <p:sldId id="257" r:id="rId6"/>
    <p:sldId id="364" r:id="rId7"/>
    <p:sldId id="362" r:id="rId8"/>
    <p:sldId id="363" r:id="rId9"/>
    <p:sldId id="361" r:id="rId10"/>
    <p:sldId id="261" r:id="rId11"/>
    <p:sldId id="262" r:id="rId12"/>
    <p:sldId id="359" r:id="rId13"/>
    <p:sldId id="263" r:id="rId14"/>
    <p:sldId id="268" r:id="rId15"/>
    <p:sldId id="302" r:id="rId16"/>
    <p:sldId id="306" r:id="rId17"/>
    <p:sldId id="311" r:id="rId18"/>
    <p:sldId id="321" r:id="rId19"/>
    <p:sldId id="330" r:id="rId20"/>
    <p:sldId id="332" r:id="rId21"/>
    <p:sldId id="356" r:id="rId22"/>
    <p:sldId id="35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CAB21AB-AD0F-1E64-8F96-9F0C03BBD043}" name="변준영(2024184011)" initials="/변" userId="S::2024184011@tukorea.ac.kr::9d757d73-37df-48c1-b062-e02f1f08d3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B09B4A-EFC9-4AF8-BE74-DC288D82F3A2}" v="346" dt="2025-09-20T16:45:37.663"/>
    <p1510:client id="{8FAFA2A0-1A58-4808-8FB5-A58D6B8404F4}" v="4" dt="2025-09-21T14:37:28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변준영(2024184011)" userId="9d757d73-37df-48c1-b062-e02f1f08d365" providerId="ADAL" clId="{C68AB718-603F-4312-8524-7E65EBDD51F7}"/>
    <pc:docChg chg="undo redo custSel addSld delSld modSld sldOrd addSection delSection modSection">
      <pc:chgData name="변준영(2024184011)" userId="9d757d73-37df-48c1-b062-e02f1f08d365" providerId="ADAL" clId="{C68AB718-603F-4312-8524-7E65EBDD51F7}" dt="2025-09-21T14:37:28.696" v="3396"/>
      <pc:docMkLst>
        <pc:docMk/>
      </pc:docMkLst>
      <pc:sldChg chg="addSp modSp mod modAnim">
        <pc:chgData name="변준영(2024184011)" userId="9d757d73-37df-48c1-b062-e02f1f08d365" providerId="ADAL" clId="{C68AB718-603F-4312-8524-7E65EBDD51F7}" dt="2025-09-20T16:37:16.936" v="3355" actId="1076"/>
        <pc:sldMkLst>
          <pc:docMk/>
          <pc:sldMk cId="1454883080" sldId="256"/>
        </pc:sldMkLst>
        <pc:spChg chg="add mod">
          <ac:chgData name="변준영(2024184011)" userId="9d757d73-37df-48c1-b062-e02f1f08d365" providerId="ADAL" clId="{C68AB718-603F-4312-8524-7E65EBDD51F7}" dt="2025-09-20T16:37:16.936" v="3355" actId="1076"/>
          <ac:spMkLst>
            <pc:docMk/>
            <pc:sldMk cId="1454883080" sldId="256"/>
            <ac:spMk id="4" creationId="{D1212F8F-8DD9-285A-E6A7-47DDE9B0BD8F}"/>
          </ac:spMkLst>
        </pc:spChg>
      </pc:sldChg>
      <pc:sldChg chg="modSp mod">
        <pc:chgData name="변준영(2024184011)" userId="9d757d73-37df-48c1-b062-e02f1f08d365" providerId="ADAL" clId="{C68AB718-603F-4312-8524-7E65EBDD51F7}" dt="2025-09-20T15:34:22.051" v="100" actId="27636"/>
        <pc:sldMkLst>
          <pc:docMk/>
          <pc:sldMk cId="2252421225" sldId="257"/>
        </pc:sldMkLst>
        <pc:spChg chg="mod">
          <ac:chgData name="변준영(2024184011)" userId="9d757d73-37df-48c1-b062-e02f1f08d365" providerId="ADAL" clId="{C68AB718-603F-4312-8524-7E65EBDD51F7}" dt="2025-09-20T15:34:22.051" v="100" actId="27636"/>
          <ac:spMkLst>
            <pc:docMk/>
            <pc:sldMk cId="2252421225" sldId="257"/>
            <ac:spMk id="3" creationId="{F118ED05-FB97-C8B8-80B5-3142BB80BD6E}"/>
          </ac:spMkLst>
        </pc:spChg>
      </pc:sldChg>
      <pc:sldChg chg="delSp modSp mod modAnim">
        <pc:chgData name="변준영(2024184011)" userId="9d757d73-37df-48c1-b062-e02f1f08d365" providerId="ADAL" clId="{C68AB718-603F-4312-8524-7E65EBDD51F7}" dt="2025-09-21T13:44:23.192" v="3395" actId="478"/>
        <pc:sldMkLst>
          <pc:docMk/>
          <pc:sldMk cId="1184917878" sldId="259"/>
        </pc:sldMkLst>
        <pc:picChg chg="del mod">
          <ac:chgData name="변준영(2024184011)" userId="9d757d73-37df-48c1-b062-e02f1f08d365" providerId="ADAL" clId="{C68AB718-603F-4312-8524-7E65EBDD51F7}" dt="2025-09-21T13:44:23.192" v="3395" actId="478"/>
          <ac:picMkLst>
            <pc:docMk/>
            <pc:sldMk cId="1184917878" sldId="259"/>
            <ac:picMk id="1030" creationId="{9DC4130C-E016-3D93-6D91-A2B270187766}"/>
          </ac:picMkLst>
        </pc:picChg>
      </pc:sldChg>
      <pc:sldChg chg="modSp modAnim">
        <pc:chgData name="변준영(2024184011)" userId="9d757d73-37df-48c1-b062-e02f1f08d365" providerId="ADAL" clId="{C68AB718-603F-4312-8524-7E65EBDD51F7}" dt="2025-09-20T16:45:37.663" v="3394"/>
        <pc:sldMkLst>
          <pc:docMk/>
          <pc:sldMk cId="2733657785" sldId="260"/>
        </pc:sldMkLst>
        <pc:graphicFrameChg chg="mod">
          <ac:chgData name="변준영(2024184011)" userId="9d757d73-37df-48c1-b062-e02f1f08d365" providerId="ADAL" clId="{C68AB718-603F-4312-8524-7E65EBDD51F7}" dt="2025-09-20T16:43:39.625" v="3368"/>
          <ac:graphicFrameMkLst>
            <pc:docMk/>
            <pc:sldMk cId="2733657785" sldId="260"/>
            <ac:graphicFrameMk id="3" creationId="{D3126BC7-2BD2-B9F1-5447-DFA806613D2B}"/>
          </ac:graphicFrameMkLst>
        </pc:graphicFrameChg>
      </pc:sldChg>
      <pc:sldChg chg="addSp modSp mod modAnim">
        <pc:chgData name="변준영(2024184011)" userId="9d757d73-37df-48c1-b062-e02f1f08d365" providerId="ADAL" clId="{C68AB718-603F-4312-8524-7E65EBDD51F7}" dt="2025-09-20T16:35:05.167" v="3291"/>
        <pc:sldMkLst>
          <pc:docMk/>
          <pc:sldMk cId="913542178" sldId="262"/>
        </pc:sldMkLst>
        <pc:spChg chg="add mod">
          <ac:chgData name="변준영(2024184011)" userId="9d757d73-37df-48c1-b062-e02f1f08d365" providerId="ADAL" clId="{C68AB718-603F-4312-8524-7E65EBDD51F7}" dt="2025-09-20T16:33:51.616" v="3281" actId="255"/>
          <ac:spMkLst>
            <pc:docMk/>
            <pc:sldMk cId="913542178" sldId="262"/>
            <ac:spMk id="4" creationId="{0BBE4BCC-A01A-BD4A-5893-CF616A86A4E7}"/>
          </ac:spMkLst>
        </pc:spChg>
      </pc:sldChg>
      <pc:sldChg chg="modSp">
        <pc:chgData name="변준영(2024184011)" userId="9d757d73-37df-48c1-b062-e02f1f08d365" providerId="ADAL" clId="{C68AB718-603F-4312-8524-7E65EBDD51F7}" dt="2025-09-21T14:37:28.696" v="3396"/>
        <pc:sldMkLst>
          <pc:docMk/>
          <pc:sldMk cId="2270368694" sldId="263"/>
        </pc:sldMkLst>
        <pc:graphicFrameChg chg="mod">
          <ac:chgData name="변준영(2024184011)" userId="9d757d73-37df-48c1-b062-e02f1f08d365" providerId="ADAL" clId="{C68AB718-603F-4312-8524-7E65EBDD51F7}" dt="2025-09-21T14:37:28.696" v="3396"/>
          <ac:graphicFrameMkLst>
            <pc:docMk/>
            <pc:sldMk cId="2270368694" sldId="263"/>
            <ac:graphicFrameMk id="4" creationId="{4EAB189E-C486-2823-6255-11DEDF430E2F}"/>
          </ac:graphicFrameMkLst>
        </pc:graphicFrameChg>
      </pc:sldChg>
      <pc:sldChg chg="addSp modSp mod modAnim">
        <pc:chgData name="변준영(2024184011)" userId="9d757d73-37df-48c1-b062-e02f1f08d365" providerId="ADAL" clId="{C68AB718-603F-4312-8524-7E65EBDD51F7}" dt="2025-09-20T16:32:48.764" v="3227"/>
        <pc:sldMkLst>
          <pc:docMk/>
          <pc:sldMk cId="182041749" sldId="268"/>
        </pc:sldMkLst>
        <pc:spChg chg="add mod">
          <ac:chgData name="변준영(2024184011)" userId="9d757d73-37df-48c1-b062-e02f1f08d365" providerId="ADAL" clId="{C68AB718-603F-4312-8524-7E65EBDD51F7}" dt="2025-09-20T16:30:51.345" v="2997" actId="113"/>
          <ac:spMkLst>
            <pc:docMk/>
            <pc:sldMk cId="182041749" sldId="268"/>
            <ac:spMk id="2" creationId="{CCED3120-47A8-6428-C1E9-19B9DDD5CD97}"/>
          </ac:spMkLst>
        </pc:spChg>
        <pc:spChg chg="add mod">
          <ac:chgData name="변준영(2024184011)" userId="9d757d73-37df-48c1-b062-e02f1f08d365" providerId="ADAL" clId="{C68AB718-603F-4312-8524-7E65EBDD51F7}" dt="2025-09-20T16:32:42.371" v="3226" actId="1076"/>
          <ac:spMkLst>
            <pc:docMk/>
            <pc:sldMk cId="182041749" sldId="268"/>
            <ac:spMk id="3" creationId="{6039189A-8593-353D-AF69-DE1C55C6733A}"/>
          </ac:spMkLst>
        </pc:spChg>
      </pc:sldChg>
      <pc:sldChg chg="addSp delSp modSp del mod">
        <pc:chgData name="변준영(2024184011)" userId="9d757d73-37df-48c1-b062-e02f1f08d365" providerId="ADAL" clId="{C68AB718-603F-4312-8524-7E65EBDD51F7}" dt="2025-09-20T16:20:53.741" v="2684" actId="2696"/>
        <pc:sldMkLst>
          <pc:docMk/>
          <pc:sldMk cId="1754307086" sldId="358"/>
        </pc:sldMkLst>
        <pc:spChg chg="add del mod">
          <ac:chgData name="변준영(2024184011)" userId="9d757d73-37df-48c1-b062-e02f1f08d365" providerId="ADAL" clId="{C68AB718-603F-4312-8524-7E65EBDD51F7}" dt="2025-09-20T16:19:38.897" v="2678" actId="20577"/>
          <ac:spMkLst>
            <pc:docMk/>
            <pc:sldMk cId="1754307086" sldId="358"/>
            <ac:spMk id="4" creationId="{A782ED83-90ED-0B81-3AF7-A33D70EB701E}"/>
          </ac:spMkLst>
        </pc:spChg>
        <pc:graphicFrameChg chg="add del mod">
          <ac:chgData name="변준영(2024184011)" userId="9d757d73-37df-48c1-b062-e02f1f08d365" providerId="ADAL" clId="{C68AB718-603F-4312-8524-7E65EBDD51F7}" dt="2025-09-20T16:15:44.399" v="2563" actId="478"/>
          <ac:graphicFrameMkLst>
            <pc:docMk/>
            <pc:sldMk cId="1754307086" sldId="358"/>
            <ac:graphicFrameMk id="8" creationId="{D735164B-7AE1-EDC1-6921-E674F72D04E0}"/>
          </ac:graphicFrameMkLst>
        </pc:graphicFrameChg>
        <pc:graphicFrameChg chg="add del mod">
          <ac:chgData name="변준영(2024184011)" userId="9d757d73-37df-48c1-b062-e02f1f08d365" providerId="ADAL" clId="{C68AB718-603F-4312-8524-7E65EBDD51F7}" dt="2025-09-20T16:20:48.016" v="2683" actId="21"/>
          <ac:graphicFrameMkLst>
            <pc:docMk/>
            <pc:sldMk cId="1754307086" sldId="358"/>
            <ac:graphicFrameMk id="9" creationId="{DFBEB383-FB03-524B-16BB-5ED1130163F8}"/>
          </ac:graphicFrameMkLst>
        </pc:graphicFrameChg>
        <pc:graphicFrameChg chg="del">
          <ac:chgData name="변준영(2024184011)" userId="9d757d73-37df-48c1-b062-e02f1f08d365" providerId="ADAL" clId="{C68AB718-603F-4312-8524-7E65EBDD51F7}" dt="2025-09-20T16:14:46.042" v="2558" actId="21"/>
          <ac:graphicFrameMkLst>
            <pc:docMk/>
            <pc:sldMk cId="1754307086" sldId="358"/>
            <ac:graphicFrameMk id="10" creationId="{01EDE414-9158-15C2-A3B2-87B4A8C7F5AB}"/>
          </ac:graphicFrameMkLst>
        </pc:graphicFrameChg>
        <pc:picChg chg="add del mod ord">
          <ac:chgData name="변준영(2024184011)" userId="9d757d73-37df-48c1-b062-e02f1f08d365" providerId="ADAL" clId="{C68AB718-603F-4312-8524-7E65EBDD51F7}" dt="2025-09-20T16:15:01.425" v="2560" actId="34307"/>
          <ac:picMkLst>
            <pc:docMk/>
            <pc:sldMk cId="1754307086" sldId="358"/>
            <ac:picMk id="5" creationId="{368003FF-817F-C3B7-74C5-FDE21EC11E4C}"/>
          </ac:picMkLst>
        </pc:picChg>
      </pc:sldChg>
      <pc:sldChg chg="addSp delSp modSp mod modAnim">
        <pc:chgData name="변준영(2024184011)" userId="9d757d73-37df-48c1-b062-e02f1f08d365" providerId="ADAL" clId="{C68AB718-603F-4312-8524-7E65EBDD51F7}" dt="2025-09-20T16:28:42.520" v="2940"/>
        <pc:sldMkLst>
          <pc:docMk/>
          <pc:sldMk cId="2514730270" sldId="359"/>
        </pc:sldMkLst>
        <pc:spChg chg="add mod">
          <ac:chgData name="변준영(2024184011)" userId="9d757d73-37df-48c1-b062-e02f1f08d365" providerId="ADAL" clId="{C68AB718-603F-4312-8524-7E65EBDD51F7}" dt="2025-09-20T16:19:09.257" v="2677" actId="2085"/>
          <ac:spMkLst>
            <pc:docMk/>
            <pc:sldMk cId="2514730270" sldId="359"/>
            <ac:spMk id="4" creationId="{354B3FD2-5A7B-1B77-9976-203F943D4344}"/>
          </ac:spMkLst>
        </pc:spChg>
        <pc:spChg chg="add">
          <ac:chgData name="변준영(2024184011)" userId="9d757d73-37df-48c1-b062-e02f1f08d365" providerId="ADAL" clId="{C68AB718-603F-4312-8524-7E65EBDD51F7}" dt="2025-09-20T16:27:07.557" v="2902" actId="11529"/>
          <ac:spMkLst>
            <pc:docMk/>
            <pc:sldMk cId="2514730270" sldId="359"/>
            <ac:spMk id="12" creationId="{7389A512-5DE0-59EF-EF49-F4B2C228AA63}"/>
          </ac:spMkLst>
        </pc:spChg>
        <pc:spChg chg="add">
          <ac:chgData name="변준영(2024184011)" userId="9d757d73-37df-48c1-b062-e02f1f08d365" providerId="ADAL" clId="{C68AB718-603F-4312-8524-7E65EBDD51F7}" dt="2025-09-20T16:27:17.229" v="2903" actId="11529"/>
          <ac:spMkLst>
            <pc:docMk/>
            <pc:sldMk cId="2514730270" sldId="359"/>
            <ac:spMk id="13" creationId="{B3EC71F7-5146-05B5-2C30-E4FBEDC846FC}"/>
          </ac:spMkLst>
        </pc:spChg>
        <pc:spChg chg="add mod">
          <ac:chgData name="변준영(2024184011)" userId="9d757d73-37df-48c1-b062-e02f1f08d365" providerId="ADAL" clId="{C68AB718-603F-4312-8524-7E65EBDD51F7}" dt="2025-09-20T16:27:41.302" v="2936" actId="20577"/>
          <ac:spMkLst>
            <pc:docMk/>
            <pc:sldMk cId="2514730270" sldId="359"/>
            <ac:spMk id="14" creationId="{8413221D-CD3D-F046-87D9-FF61B1DFA338}"/>
          </ac:spMkLst>
        </pc:spChg>
        <pc:graphicFrameChg chg="add del">
          <ac:chgData name="변준영(2024184011)" userId="9d757d73-37df-48c1-b062-e02f1f08d365" providerId="ADAL" clId="{C68AB718-603F-4312-8524-7E65EBDD51F7}" dt="2025-09-20T16:17:02.545" v="2566" actId="478"/>
          <ac:graphicFrameMkLst>
            <pc:docMk/>
            <pc:sldMk cId="2514730270" sldId="359"/>
            <ac:graphicFrameMk id="3" creationId="{935BA0B1-F1B9-279B-D1E6-09A958D694F8}"/>
          </ac:graphicFrameMkLst>
        </pc:graphicFrameChg>
        <pc:graphicFrameChg chg="add del mod">
          <ac:chgData name="변준영(2024184011)" userId="9d757d73-37df-48c1-b062-e02f1f08d365" providerId="ADAL" clId="{C68AB718-603F-4312-8524-7E65EBDD51F7}" dt="2025-09-20T16:18:23.667" v="2666" actId="478"/>
          <ac:graphicFrameMkLst>
            <pc:docMk/>
            <pc:sldMk cId="2514730270" sldId="359"/>
            <ac:graphicFrameMk id="5" creationId="{CED26EBE-4736-AD1F-13DC-E98B6575377D}"/>
          </ac:graphicFrameMkLst>
        </pc:graphicFrameChg>
        <pc:graphicFrameChg chg="add del mod">
          <ac:chgData name="변준영(2024184011)" userId="9d757d73-37df-48c1-b062-e02f1f08d365" providerId="ADAL" clId="{C68AB718-603F-4312-8524-7E65EBDD51F7}" dt="2025-09-20T16:18:58.475" v="2673" actId="1076"/>
          <ac:graphicFrameMkLst>
            <pc:docMk/>
            <pc:sldMk cId="2514730270" sldId="359"/>
            <ac:graphicFrameMk id="6" creationId="{2D418802-03EA-5014-6295-BF511F04A8B9}"/>
          </ac:graphicFrameMkLst>
        </pc:graphicFrameChg>
        <pc:graphicFrameChg chg="add mod">
          <ac:chgData name="변준영(2024184011)" userId="9d757d73-37df-48c1-b062-e02f1f08d365" providerId="ADAL" clId="{C68AB718-603F-4312-8524-7E65EBDD51F7}" dt="2025-09-20T16:20:40.587" v="2681" actId="1076"/>
          <ac:graphicFrameMkLst>
            <pc:docMk/>
            <pc:sldMk cId="2514730270" sldId="359"/>
            <ac:graphicFrameMk id="7" creationId="{62AB5AD9-A7B8-086D-8028-1B1491ECCA01}"/>
          </ac:graphicFrameMkLst>
        </pc:graphicFrameChg>
        <pc:graphicFrameChg chg="add mod">
          <ac:chgData name="변준영(2024184011)" userId="9d757d73-37df-48c1-b062-e02f1f08d365" providerId="ADAL" clId="{C68AB718-603F-4312-8524-7E65EBDD51F7}" dt="2025-09-20T16:21:06.229" v="2686" actId="1076"/>
          <ac:graphicFrameMkLst>
            <pc:docMk/>
            <pc:sldMk cId="2514730270" sldId="359"/>
            <ac:graphicFrameMk id="8" creationId="{FE339240-4742-6399-9DF5-417C6BD701F9}"/>
          </ac:graphicFrameMkLst>
        </pc:graphicFrameChg>
        <pc:graphicFrameChg chg="add mod modGraphic">
          <ac:chgData name="변준영(2024184011)" userId="9d757d73-37df-48c1-b062-e02f1f08d365" providerId="ADAL" clId="{C68AB718-603F-4312-8524-7E65EBDD51F7}" dt="2025-09-20T16:23:47.179" v="2787" actId="1076"/>
          <ac:graphicFrameMkLst>
            <pc:docMk/>
            <pc:sldMk cId="2514730270" sldId="359"/>
            <ac:graphicFrameMk id="9" creationId="{C7C677F7-49E4-0570-C4A5-DD180FAC89AA}"/>
          </ac:graphicFrameMkLst>
        </pc:graphicFrameChg>
        <pc:graphicFrameChg chg="add del mod modGraphic">
          <ac:chgData name="변준영(2024184011)" userId="9d757d73-37df-48c1-b062-e02f1f08d365" providerId="ADAL" clId="{C68AB718-603F-4312-8524-7E65EBDD51F7}" dt="2025-09-20T16:24:25.411" v="2793" actId="21"/>
          <ac:graphicFrameMkLst>
            <pc:docMk/>
            <pc:sldMk cId="2514730270" sldId="359"/>
            <ac:graphicFrameMk id="10" creationId="{E60DC286-64BD-F9BB-4256-CF4424930904}"/>
          </ac:graphicFrameMkLst>
        </pc:graphicFrameChg>
        <pc:graphicFrameChg chg="add mod modGraphic">
          <ac:chgData name="변준영(2024184011)" userId="9d757d73-37df-48c1-b062-e02f1f08d365" providerId="ADAL" clId="{C68AB718-603F-4312-8524-7E65EBDD51F7}" dt="2025-09-20T16:26:33.437" v="2901" actId="20577"/>
          <ac:graphicFrameMkLst>
            <pc:docMk/>
            <pc:sldMk cId="2514730270" sldId="359"/>
            <ac:graphicFrameMk id="11" creationId="{B1256DA6-D21B-DECA-7F0E-154DC4DDC840}"/>
          </ac:graphicFrameMkLst>
        </pc:graphicFrameChg>
      </pc:sldChg>
      <pc:sldChg chg="modSp new del mod modCm">
        <pc:chgData name="변준영(2024184011)" userId="9d757d73-37df-48c1-b062-e02f1f08d365" providerId="ADAL" clId="{C68AB718-603F-4312-8524-7E65EBDD51F7}" dt="2025-09-20T16:14:06.228" v="2556" actId="47"/>
        <pc:sldMkLst>
          <pc:docMk/>
          <pc:sldMk cId="3082378813" sldId="360"/>
        </pc:sldMkLst>
        <pc:spChg chg="mod">
          <ac:chgData name="변준영(2024184011)" userId="9d757d73-37df-48c1-b062-e02f1f08d365" providerId="ADAL" clId="{C68AB718-603F-4312-8524-7E65EBDD51F7}" dt="2025-09-20T15:46:00.800" v="1390" actId="20577"/>
          <ac:spMkLst>
            <pc:docMk/>
            <pc:sldMk cId="3082378813" sldId="360"/>
            <ac:spMk id="2" creationId="{7C917C32-54EA-6050-600C-C0FC3BF4868F}"/>
          </ac:spMkLst>
        </pc:spChg>
        <pc:spChg chg="mod">
          <ac:chgData name="변준영(2024184011)" userId="9d757d73-37df-48c1-b062-e02f1f08d365" providerId="ADAL" clId="{C68AB718-603F-4312-8524-7E65EBDD51F7}" dt="2025-09-20T16:06:45.377" v="2511" actId="27636"/>
          <ac:spMkLst>
            <pc:docMk/>
            <pc:sldMk cId="3082378813" sldId="360"/>
            <ac:spMk id="3" creationId="{E5D918FB-CE38-A886-409E-DA12E0560FB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변준영(2024184011)" userId="9d757d73-37df-48c1-b062-e02f1f08d365" providerId="ADAL" clId="{C68AB718-603F-4312-8524-7E65EBDD51F7}" dt="2025-09-20T15:56:33.056" v="2325" actId="20577"/>
              <pc2:cmMkLst xmlns:pc2="http://schemas.microsoft.com/office/powerpoint/2019/9/main/command">
                <pc:docMk/>
                <pc:sldMk cId="3082378813" sldId="360"/>
                <pc2:cmMk id="{1DE255EC-516A-4593-8CCA-5A610995090E}"/>
              </pc2:cmMkLst>
            </pc226:cmChg>
          </p:ext>
        </pc:extLst>
      </pc:sldChg>
      <pc:sldChg chg="modSp new mod modAnim">
        <pc:chgData name="변준영(2024184011)" userId="9d757d73-37df-48c1-b062-e02f1f08d365" providerId="ADAL" clId="{C68AB718-603F-4312-8524-7E65EBDD51F7}" dt="2025-09-20T16:10:17.293" v="2546" actId="20577"/>
        <pc:sldMkLst>
          <pc:docMk/>
          <pc:sldMk cId="882129996" sldId="361"/>
        </pc:sldMkLst>
        <pc:spChg chg="mod">
          <ac:chgData name="변준영(2024184011)" userId="9d757d73-37df-48c1-b062-e02f1f08d365" providerId="ADAL" clId="{C68AB718-603F-4312-8524-7E65EBDD51F7}" dt="2025-09-20T16:10:17.293" v="2546" actId="20577"/>
          <ac:spMkLst>
            <pc:docMk/>
            <pc:sldMk cId="882129996" sldId="361"/>
            <ac:spMk id="2" creationId="{8234FBF0-5DDF-A018-3CAE-967C3FB22056}"/>
          </ac:spMkLst>
        </pc:spChg>
        <pc:spChg chg="mod">
          <ac:chgData name="변준영(2024184011)" userId="9d757d73-37df-48c1-b062-e02f1f08d365" providerId="ADAL" clId="{C68AB718-603F-4312-8524-7E65EBDD51F7}" dt="2025-09-20T16:09:34.328" v="2541" actId="20577"/>
          <ac:spMkLst>
            <pc:docMk/>
            <pc:sldMk cId="882129996" sldId="361"/>
            <ac:spMk id="3" creationId="{54F7D2A1-5641-4FF6-8B63-BE4C32AFB334}"/>
          </ac:spMkLst>
        </pc:spChg>
      </pc:sldChg>
      <pc:sldChg chg="addSp delSp modSp new del mod">
        <pc:chgData name="변준영(2024184011)" userId="9d757d73-37df-48c1-b062-e02f1f08d365" providerId="ADAL" clId="{C68AB718-603F-4312-8524-7E65EBDD51F7}" dt="2025-09-20T15:56:56.922" v="2327" actId="27022"/>
        <pc:sldMkLst>
          <pc:docMk/>
          <pc:sldMk cId="2019928817" sldId="361"/>
        </pc:sldMkLst>
        <pc:graphicFrameChg chg="add del modGraphic">
          <ac:chgData name="변준영(2024184011)" userId="9d757d73-37df-48c1-b062-e02f1f08d365" providerId="ADAL" clId="{C68AB718-603F-4312-8524-7E65EBDD51F7}" dt="2025-09-20T15:56:56.922" v="2327" actId="27022"/>
          <ac:graphicFrameMkLst>
            <pc:docMk/>
            <pc:sldMk cId="2019928817" sldId="361"/>
            <ac:graphicFrameMk id="5" creationId="{745F22B7-0AB8-E90B-56E3-7C3FB900C002}"/>
          </ac:graphicFrameMkLst>
        </pc:graphicFrameChg>
      </pc:sldChg>
      <pc:sldChg chg="addSp modSp new mod modAnim">
        <pc:chgData name="변준영(2024184011)" userId="9d757d73-37df-48c1-b062-e02f1f08d365" providerId="ADAL" clId="{C68AB718-603F-4312-8524-7E65EBDD51F7}" dt="2025-09-20T16:06:37.834" v="2509" actId="1076"/>
        <pc:sldMkLst>
          <pc:docMk/>
          <pc:sldMk cId="3800373141" sldId="362"/>
        </pc:sldMkLst>
        <pc:spChg chg="mod">
          <ac:chgData name="변준영(2024184011)" userId="9d757d73-37df-48c1-b062-e02f1f08d365" providerId="ADAL" clId="{C68AB718-603F-4312-8524-7E65EBDD51F7}" dt="2025-09-20T16:03:28.798" v="2489" actId="20577"/>
          <ac:spMkLst>
            <pc:docMk/>
            <pc:sldMk cId="3800373141" sldId="362"/>
            <ac:spMk id="2" creationId="{C50A3135-0949-8435-DAB8-9CC81432EBD7}"/>
          </ac:spMkLst>
        </pc:spChg>
        <pc:spChg chg="mod">
          <ac:chgData name="변준영(2024184011)" userId="9d757d73-37df-48c1-b062-e02f1f08d365" providerId="ADAL" clId="{C68AB718-603F-4312-8524-7E65EBDD51F7}" dt="2025-09-20T16:01:10.486" v="2474" actId="20577"/>
          <ac:spMkLst>
            <pc:docMk/>
            <pc:sldMk cId="3800373141" sldId="362"/>
            <ac:spMk id="3" creationId="{A8D8B554-2449-9C30-E975-CE99CFD287FE}"/>
          </ac:spMkLst>
        </pc:spChg>
        <pc:spChg chg="add mod">
          <ac:chgData name="변준영(2024184011)" userId="9d757d73-37df-48c1-b062-e02f1f08d365" providerId="ADAL" clId="{C68AB718-603F-4312-8524-7E65EBDD51F7}" dt="2025-09-20T16:06:37.834" v="2509" actId="1076"/>
          <ac:spMkLst>
            <pc:docMk/>
            <pc:sldMk cId="3800373141" sldId="362"/>
            <ac:spMk id="4" creationId="{A3C62622-A5CC-6058-BF18-521BBFA2C385}"/>
          </ac:spMkLst>
        </pc:spChg>
      </pc:sldChg>
      <pc:sldChg chg="modSp add mod ord">
        <pc:chgData name="변준영(2024184011)" userId="9d757d73-37df-48c1-b062-e02f1f08d365" providerId="ADAL" clId="{C68AB718-603F-4312-8524-7E65EBDD51F7}" dt="2025-09-20T16:13:55.191" v="2555" actId="12"/>
        <pc:sldMkLst>
          <pc:docMk/>
          <pc:sldMk cId="686804213" sldId="363"/>
        </pc:sldMkLst>
        <pc:spChg chg="mod">
          <ac:chgData name="변준영(2024184011)" userId="9d757d73-37df-48c1-b062-e02f1f08d365" providerId="ADAL" clId="{C68AB718-603F-4312-8524-7E65EBDD51F7}" dt="2025-09-20T16:13:55.191" v="2555" actId="12"/>
          <ac:spMkLst>
            <pc:docMk/>
            <pc:sldMk cId="686804213" sldId="363"/>
            <ac:spMk id="3" creationId="{E7FBCDC5-AD85-F267-7187-A4B00999AF53}"/>
          </ac:spMkLst>
        </pc:spChg>
      </pc:sldChg>
      <pc:sldChg chg="add">
        <pc:chgData name="변준영(2024184011)" userId="9d757d73-37df-48c1-b062-e02f1f08d365" providerId="ADAL" clId="{C68AB718-603F-4312-8524-7E65EBDD51F7}" dt="2025-09-20T16:14:08.649" v="2557"/>
        <pc:sldMkLst>
          <pc:docMk/>
          <pc:sldMk cId="129192419" sldId="364"/>
        </pc:sldMkLst>
      </pc:sldChg>
    </pc:docChg>
  </pc:docChgLst>
  <pc:docChgLst>
    <pc:chgData name="변준영(2024184011)" userId="9d757d73-37df-48c1-b062-e02f1f08d365" providerId="ADAL" clId="{3301E6F8-8898-4208-93A7-4978BA8A8CF4}"/>
    <pc:docChg chg="addSld modSld">
      <pc:chgData name="변준영(2024184011)" userId="9d757d73-37df-48c1-b062-e02f1f08d365" providerId="ADAL" clId="{3301E6F8-8898-4208-93A7-4978BA8A8CF4}" dt="2025-09-14T06:57:40.703" v="22" actId="1076"/>
      <pc:docMkLst>
        <pc:docMk/>
      </pc:docMkLst>
      <pc:sldChg chg="addSp modSp new mod">
        <pc:chgData name="변준영(2024184011)" userId="9d757d73-37df-48c1-b062-e02f1f08d365" providerId="ADAL" clId="{3301E6F8-8898-4208-93A7-4978BA8A8CF4}" dt="2025-09-14T06:57:40.703" v="22" actId="1076"/>
        <pc:sldMkLst>
          <pc:docMk/>
          <pc:sldMk cId="2514730270" sldId="359"/>
        </pc:sldMkLst>
        <pc:spChg chg="mod">
          <ac:chgData name="변준영(2024184011)" userId="9d757d73-37df-48c1-b062-e02f1f08d365" providerId="ADAL" clId="{3301E6F8-8898-4208-93A7-4978BA8A8CF4}" dt="2025-09-14T06:57:04.734" v="20" actId="20577"/>
          <ac:spMkLst>
            <pc:docMk/>
            <pc:sldMk cId="2514730270" sldId="359"/>
            <ac:spMk id="2" creationId="{9A12299A-F67C-0657-83FF-39B1818E004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B31E7B6-002A-4240-9E33-8BE5AC5DDEC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879809A-CC30-4A36-BB53-678821B7F9C0}">
      <dgm:prSet phldrT="[텍스트]" custT="1"/>
      <dgm:spPr/>
      <dgm:t>
        <a:bodyPr/>
        <a:lstStyle/>
        <a:p>
          <a:pPr latinLnBrk="1"/>
          <a:r>
            <a:rPr lang="ko-KR" altLang="en-US" sz="3200" dirty="0"/>
            <a:t>게임 시작</a:t>
          </a:r>
        </a:p>
      </dgm:t>
    </dgm:pt>
    <dgm:pt modelId="{2BB79900-3010-4131-B4A7-D42E7F6F0BFE}" type="parTrans" cxnId="{99A79292-A186-4290-A5C6-254DB2EA017E}">
      <dgm:prSet/>
      <dgm:spPr/>
      <dgm:t>
        <a:bodyPr/>
        <a:lstStyle/>
        <a:p>
          <a:pPr latinLnBrk="1"/>
          <a:endParaRPr lang="ko-KR" altLang="en-US"/>
        </a:p>
      </dgm:t>
    </dgm:pt>
    <dgm:pt modelId="{60FEA127-12FC-495F-A049-ED087455869C}" type="sibTrans" cxnId="{99A79292-A186-4290-A5C6-254DB2EA017E}">
      <dgm:prSet/>
      <dgm:spPr/>
      <dgm:t>
        <a:bodyPr/>
        <a:lstStyle/>
        <a:p>
          <a:pPr latinLnBrk="1"/>
          <a:endParaRPr lang="ko-KR" altLang="en-US"/>
        </a:p>
      </dgm:t>
    </dgm:pt>
    <dgm:pt modelId="{45ADB25B-E746-4A5B-9A42-782F0B048D44}">
      <dgm:prSet phldrT="[텍스트]" custT="1"/>
      <dgm:spPr/>
      <dgm:t>
        <a:bodyPr/>
        <a:lstStyle/>
        <a:p>
          <a:pPr latinLnBrk="1"/>
          <a:r>
            <a:rPr lang="ko-KR" altLang="en-US" sz="3200" dirty="0"/>
            <a:t>모드 선택</a:t>
          </a:r>
        </a:p>
      </dgm:t>
    </dgm:pt>
    <dgm:pt modelId="{3D1E67DC-0A7C-45E8-9DAF-826460C625AA}" type="parTrans" cxnId="{22289A5B-E314-4934-BE0B-94A48A685A45}">
      <dgm:prSet/>
      <dgm:spPr/>
      <dgm:t>
        <a:bodyPr/>
        <a:lstStyle/>
        <a:p>
          <a:pPr latinLnBrk="1"/>
          <a:endParaRPr lang="ko-KR" altLang="en-US"/>
        </a:p>
      </dgm:t>
    </dgm:pt>
    <dgm:pt modelId="{310A20DE-F87B-42EE-ABB7-991CDDA2DC30}" type="sibTrans" cxnId="{22289A5B-E314-4934-BE0B-94A48A685A45}">
      <dgm:prSet/>
      <dgm:spPr/>
      <dgm:t>
        <a:bodyPr/>
        <a:lstStyle/>
        <a:p>
          <a:pPr latinLnBrk="1"/>
          <a:endParaRPr lang="ko-KR" altLang="en-US"/>
        </a:p>
      </dgm:t>
    </dgm:pt>
    <dgm:pt modelId="{AC3395E0-8377-4CB1-961E-C7969B118F21}">
      <dgm:prSet phldrT="[텍스트]"/>
      <dgm:spPr/>
      <dgm:t>
        <a:bodyPr/>
        <a:lstStyle/>
        <a:p>
          <a:pPr latinLnBrk="1"/>
          <a:r>
            <a:rPr lang="ko-KR" altLang="en-US" dirty="0" err="1"/>
            <a:t>댄스곡</a:t>
          </a:r>
          <a:endParaRPr lang="en-US" altLang="ko-KR" dirty="0"/>
        </a:p>
        <a:p>
          <a:pPr latinLnBrk="1"/>
          <a:r>
            <a:rPr lang="en-US" altLang="ko-KR" dirty="0"/>
            <a:t>(</a:t>
          </a:r>
          <a:r>
            <a:rPr lang="ko-KR" altLang="en-US" dirty="0"/>
            <a:t>기본</a:t>
          </a:r>
          <a:r>
            <a:rPr lang="en-US" altLang="ko-KR" dirty="0"/>
            <a:t>/</a:t>
          </a:r>
          <a:r>
            <a:rPr lang="ko-KR" altLang="en-US" dirty="0"/>
            <a:t>창작</a:t>
          </a:r>
          <a:r>
            <a:rPr lang="en-US" altLang="ko-KR" dirty="0"/>
            <a:t>)</a:t>
          </a:r>
          <a:r>
            <a:rPr lang="ko-KR" altLang="en-US" dirty="0"/>
            <a:t> </a:t>
          </a:r>
          <a:endParaRPr lang="en-US" altLang="ko-KR" dirty="0"/>
        </a:p>
        <a:p>
          <a:pPr latinLnBrk="1"/>
          <a:r>
            <a:rPr lang="ko-KR" altLang="en-US" dirty="0"/>
            <a:t>고르기</a:t>
          </a:r>
        </a:p>
      </dgm:t>
    </dgm:pt>
    <dgm:pt modelId="{30479D0E-2442-4142-BB73-2B3BA88176ED}" type="parTrans" cxnId="{7E34210B-4172-4CE6-9601-93B614CAC607}">
      <dgm:prSet/>
      <dgm:spPr/>
      <dgm:t>
        <a:bodyPr/>
        <a:lstStyle/>
        <a:p>
          <a:pPr latinLnBrk="1"/>
          <a:endParaRPr lang="ko-KR" altLang="en-US"/>
        </a:p>
      </dgm:t>
    </dgm:pt>
    <dgm:pt modelId="{D614F055-0FBC-4756-981C-AF3565775398}" type="sibTrans" cxnId="{7E34210B-4172-4CE6-9601-93B614CAC607}">
      <dgm:prSet/>
      <dgm:spPr/>
      <dgm:t>
        <a:bodyPr/>
        <a:lstStyle/>
        <a:p>
          <a:pPr latinLnBrk="1"/>
          <a:endParaRPr lang="ko-KR" altLang="en-US"/>
        </a:p>
      </dgm:t>
    </dgm:pt>
    <dgm:pt modelId="{AEB04567-1FF0-45E7-8ACB-68A69284864B}" type="pres">
      <dgm:prSet presAssocID="{FB31E7B6-002A-4240-9E33-8BE5AC5DDECA}" presName="Name0" presStyleCnt="0">
        <dgm:presLayoutVars>
          <dgm:dir/>
          <dgm:resizeHandles val="exact"/>
        </dgm:presLayoutVars>
      </dgm:prSet>
      <dgm:spPr/>
    </dgm:pt>
    <dgm:pt modelId="{9FA37CA0-3D17-4080-AEB5-88EB5AE361E3}" type="pres">
      <dgm:prSet presAssocID="{F879809A-CC30-4A36-BB53-678821B7F9C0}" presName="node" presStyleLbl="node1" presStyleIdx="0" presStyleCnt="3">
        <dgm:presLayoutVars>
          <dgm:bulletEnabled val="1"/>
        </dgm:presLayoutVars>
      </dgm:prSet>
      <dgm:spPr/>
    </dgm:pt>
    <dgm:pt modelId="{DFD63FE1-83B2-4898-A891-3DABC15A132F}" type="pres">
      <dgm:prSet presAssocID="{60FEA127-12FC-495F-A049-ED087455869C}" presName="sibTrans" presStyleLbl="sibTrans2D1" presStyleIdx="0" presStyleCnt="2"/>
      <dgm:spPr/>
    </dgm:pt>
    <dgm:pt modelId="{7E10ABC9-D193-4706-8B2B-2957AA754334}" type="pres">
      <dgm:prSet presAssocID="{60FEA127-12FC-495F-A049-ED087455869C}" presName="connectorText" presStyleLbl="sibTrans2D1" presStyleIdx="0" presStyleCnt="2"/>
      <dgm:spPr/>
    </dgm:pt>
    <dgm:pt modelId="{1A3407C0-7D86-401F-AAEF-B7F5353A69C4}" type="pres">
      <dgm:prSet presAssocID="{45ADB25B-E746-4A5B-9A42-782F0B048D44}" presName="node" presStyleLbl="node1" presStyleIdx="1" presStyleCnt="3" custLinFactNeighborX="-10072" custLinFactNeighborY="1584">
        <dgm:presLayoutVars>
          <dgm:bulletEnabled val="1"/>
        </dgm:presLayoutVars>
      </dgm:prSet>
      <dgm:spPr/>
    </dgm:pt>
    <dgm:pt modelId="{C5EDF6EA-7873-4A45-8687-478FDC96277A}" type="pres">
      <dgm:prSet presAssocID="{310A20DE-F87B-42EE-ABB7-991CDDA2DC30}" presName="sibTrans" presStyleLbl="sibTrans2D1" presStyleIdx="1" presStyleCnt="2"/>
      <dgm:spPr/>
    </dgm:pt>
    <dgm:pt modelId="{E6DA9511-F4B3-454E-9936-55A2750BC12D}" type="pres">
      <dgm:prSet presAssocID="{310A20DE-F87B-42EE-ABB7-991CDDA2DC30}" presName="connectorText" presStyleLbl="sibTrans2D1" presStyleIdx="1" presStyleCnt="2"/>
      <dgm:spPr/>
    </dgm:pt>
    <dgm:pt modelId="{3E964536-CD2C-4441-81C2-A2A759F0F91E}" type="pres">
      <dgm:prSet presAssocID="{AC3395E0-8377-4CB1-961E-C7969B118F21}" presName="node" presStyleLbl="node1" presStyleIdx="2" presStyleCnt="3">
        <dgm:presLayoutVars>
          <dgm:bulletEnabled val="1"/>
        </dgm:presLayoutVars>
      </dgm:prSet>
      <dgm:spPr/>
    </dgm:pt>
  </dgm:ptLst>
  <dgm:cxnLst>
    <dgm:cxn modelId="{7E34210B-4172-4CE6-9601-93B614CAC607}" srcId="{FB31E7B6-002A-4240-9E33-8BE5AC5DDECA}" destId="{AC3395E0-8377-4CB1-961E-C7969B118F21}" srcOrd="2" destOrd="0" parTransId="{30479D0E-2442-4142-BB73-2B3BA88176ED}" sibTransId="{D614F055-0FBC-4756-981C-AF3565775398}"/>
    <dgm:cxn modelId="{FDD5B818-00D7-4B6E-B4E6-64BADCBD3A06}" type="presOf" srcId="{45ADB25B-E746-4A5B-9A42-782F0B048D44}" destId="{1A3407C0-7D86-401F-AAEF-B7F5353A69C4}" srcOrd="0" destOrd="0" presId="urn:microsoft.com/office/officeart/2005/8/layout/process1"/>
    <dgm:cxn modelId="{2FE69333-F277-4120-B095-A72AEA88878D}" type="presOf" srcId="{60FEA127-12FC-495F-A049-ED087455869C}" destId="{7E10ABC9-D193-4706-8B2B-2957AA754334}" srcOrd="1" destOrd="0" presId="urn:microsoft.com/office/officeart/2005/8/layout/process1"/>
    <dgm:cxn modelId="{22289A5B-E314-4934-BE0B-94A48A685A45}" srcId="{FB31E7B6-002A-4240-9E33-8BE5AC5DDECA}" destId="{45ADB25B-E746-4A5B-9A42-782F0B048D44}" srcOrd="1" destOrd="0" parTransId="{3D1E67DC-0A7C-45E8-9DAF-826460C625AA}" sibTransId="{310A20DE-F87B-42EE-ABB7-991CDDA2DC30}"/>
    <dgm:cxn modelId="{9CAF735E-B93F-404C-AFA5-DA61F96F7B06}" type="presOf" srcId="{310A20DE-F87B-42EE-ABB7-991CDDA2DC30}" destId="{E6DA9511-F4B3-454E-9936-55A2750BC12D}" srcOrd="1" destOrd="0" presId="urn:microsoft.com/office/officeart/2005/8/layout/process1"/>
    <dgm:cxn modelId="{8528275A-50F2-4639-90AB-AFE636BC0B64}" type="presOf" srcId="{FB31E7B6-002A-4240-9E33-8BE5AC5DDECA}" destId="{AEB04567-1FF0-45E7-8ACB-68A69284864B}" srcOrd="0" destOrd="0" presId="urn:microsoft.com/office/officeart/2005/8/layout/process1"/>
    <dgm:cxn modelId="{38FBE67F-EAEA-4B4F-8BB2-F4FDC1FA1507}" type="presOf" srcId="{310A20DE-F87B-42EE-ABB7-991CDDA2DC30}" destId="{C5EDF6EA-7873-4A45-8687-478FDC96277A}" srcOrd="0" destOrd="0" presId="urn:microsoft.com/office/officeart/2005/8/layout/process1"/>
    <dgm:cxn modelId="{99A79292-A186-4290-A5C6-254DB2EA017E}" srcId="{FB31E7B6-002A-4240-9E33-8BE5AC5DDECA}" destId="{F879809A-CC30-4A36-BB53-678821B7F9C0}" srcOrd="0" destOrd="0" parTransId="{2BB79900-3010-4131-B4A7-D42E7F6F0BFE}" sibTransId="{60FEA127-12FC-495F-A049-ED087455869C}"/>
    <dgm:cxn modelId="{B2A50B99-9E2D-44C1-AD1A-3B2E1C560ABE}" type="presOf" srcId="{60FEA127-12FC-495F-A049-ED087455869C}" destId="{DFD63FE1-83B2-4898-A891-3DABC15A132F}" srcOrd="0" destOrd="0" presId="urn:microsoft.com/office/officeart/2005/8/layout/process1"/>
    <dgm:cxn modelId="{98347899-FE5E-43E5-9514-66FB42F39FA6}" type="presOf" srcId="{AC3395E0-8377-4CB1-961E-C7969B118F21}" destId="{3E964536-CD2C-4441-81C2-A2A759F0F91E}" srcOrd="0" destOrd="0" presId="urn:microsoft.com/office/officeart/2005/8/layout/process1"/>
    <dgm:cxn modelId="{E1156DBB-3B54-4BF5-B046-CC03C825DCFF}" type="presOf" srcId="{F879809A-CC30-4A36-BB53-678821B7F9C0}" destId="{9FA37CA0-3D17-4080-AEB5-88EB5AE361E3}" srcOrd="0" destOrd="0" presId="urn:microsoft.com/office/officeart/2005/8/layout/process1"/>
    <dgm:cxn modelId="{C73B174F-1C71-49BD-AF68-7AD391B7D793}" type="presParOf" srcId="{AEB04567-1FF0-45E7-8ACB-68A69284864B}" destId="{9FA37CA0-3D17-4080-AEB5-88EB5AE361E3}" srcOrd="0" destOrd="0" presId="urn:microsoft.com/office/officeart/2005/8/layout/process1"/>
    <dgm:cxn modelId="{A87D8D30-6969-43C6-B3BA-85F4944D1AE3}" type="presParOf" srcId="{AEB04567-1FF0-45E7-8ACB-68A69284864B}" destId="{DFD63FE1-83B2-4898-A891-3DABC15A132F}" srcOrd="1" destOrd="0" presId="urn:microsoft.com/office/officeart/2005/8/layout/process1"/>
    <dgm:cxn modelId="{25EE5A2E-CF7F-4EBD-84A0-3D1A27DE56C8}" type="presParOf" srcId="{DFD63FE1-83B2-4898-A891-3DABC15A132F}" destId="{7E10ABC9-D193-4706-8B2B-2957AA754334}" srcOrd="0" destOrd="0" presId="urn:microsoft.com/office/officeart/2005/8/layout/process1"/>
    <dgm:cxn modelId="{60B0B139-0C18-4968-8E42-D8F1AAFDD35F}" type="presParOf" srcId="{AEB04567-1FF0-45E7-8ACB-68A69284864B}" destId="{1A3407C0-7D86-401F-AAEF-B7F5353A69C4}" srcOrd="2" destOrd="0" presId="urn:microsoft.com/office/officeart/2005/8/layout/process1"/>
    <dgm:cxn modelId="{D62F4B85-226E-4722-AABA-205DE7186C60}" type="presParOf" srcId="{AEB04567-1FF0-45E7-8ACB-68A69284864B}" destId="{C5EDF6EA-7873-4A45-8687-478FDC96277A}" srcOrd="3" destOrd="0" presId="urn:microsoft.com/office/officeart/2005/8/layout/process1"/>
    <dgm:cxn modelId="{ECD8E294-AD52-495E-88AC-8946ECE2FBD2}" type="presParOf" srcId="{C5EDF6EA-7873-4A45-8687-478FDC96277A}" destId="{E6DA9511-F4B3-454E-9936-55A2750BC12D}" srcOrd="0" destOrd="0" presId="urn:microsoft.com/office/officeart/2005/8/layout/process1"/>
    <dgm:cxn modelId="{35263538-8ABA-4059-A7D6-8A2C8FA2EEE5}" type="presParOf" srcId="{AEB04567-1FF0-45E7-8ACB-68A69284864B}" destId="{3E964536-CD2C-4441-81C2-A2A759F0F91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D7E44A-1E01-48A8-A640-179063B397FF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6EAB60B4-28AA-4EE0-8AF1-456828859F44}">
      <dgm:prSet phldrT="[텍스트]"/>
      <dgm:spPr/>
      <dgm:t>
        <a:bodyPr/>
        <a:lstStyle/>
        <a:p>
          <a:pPr latinLnBrk="1"/>
          <a:r>
            <a:rPr lang="ko-KR" altLang="en-US" dirty="0"/>
            <a:t>캐릭터</a:t>
          </a:r>
        </a:p>
      </dgm:t>
    </dgm:pt>
    <dgm:pt modelId="{9AB29EB7-C230-48CF-B153-D6817BA5B9ED}" type="parTrans" cxnId="{8D4C7311-963F-40DE-B515-B4362C8FA0D6}">
      <dgm:prSet/>
      <dgm:spPr/>
      <dgm:t>
        <a:bodyPr/>
        <a:lstStyle/>
        <a:p>
          <a:pPr latinLnBrk="1"/>
          <a:endParaRPr lang="ko-KR" altLang="en-US"/>
        </a:p>
      </dgm:t>
    </dgm:pt>
    <dgm:pt modelId="{335CBA2C-A250-4B95-A441-6E87CD54D673}" type="sibTrans" cxnId="{8D4C7311-963F-40DE-B515-B4362C8FA0D6}">
      <dgm:prSet/>
      <dgm:spPr/>
      <dgm:t>
        <a:bodyPr/>
        <a:lstStyle/>
        <a:p>
          <a:pPr latinLnBrk="1"/>
          <a:endParaRPr lang="ko-KR" altLang="en-US"/>
        </a:p>
      </dgm:t>
    </dgm:pt>
    <dgm:pt modelId="{F2A05436-C68E-4729-90CA-5047739B5292}">
      <dgm:prSet phldrT="[텍스트]"/>
      <dgm:spPr/>
      <dgm:t>
        <a:bodyPr/>
        <a:lstStyle/>
        <a:p>
          <a:pPr latinLnBrk="1"/>
          <a:r>
            <a:rPr lang="ko-KR" altLang="en-US" dirty="0"/>
            <a:t>플롯</a:t>
          </a:r>
        </a:p>
      </dgm:t>
    </dgm:pt>
    <dgm:pt modelId="{7023C46E-37D8-447B-ACC8-5211375B14B5}" type="parTrans" cxnId="{7B1AF9A7-9418-4D27-9141-F06A97612798}">
      <dgm:prSet/>
      <dgm:spPr/>
      <dgm:t>
        <a:bodyPr/>
        <a:lstStyle/>
        <a:p>
          <a:pPr latinLnBrk="1"/>
          <a:endParaRPr lang="ko-KR" altLang="en-US"/>
        </a:p>
      </dgm:t>
    </dgm:pt>
    <dgm:pt modelId="{A6BF7D75-CEE0-4006-922A-439C90D4FF9F}" type="sibTrans" cxnId="{7B1AF9A7-9418-4D27-9141-F06A97612798}">
      <dgm:prSet/>
      <dgm:spPr/>
      <dgm:t>
        <a:bodyPr/>
        <a:lstStyle/>
        <a:p>
          <a:pPr latinLnBrk="1"/>
          <a:endParaRPr lang="ko-KR" altLang="en-US"/>
        </a:p>
      </dgm:t>
    </dgm:pt>
    <dgm:pt modelId="{B7FFB564-384A-4262-AC4F-42A6D1A3AC5C}">
      <dgm:prSet phldrT="[텍스트]" custT="1"/>
      <dgm:spPr/>
      <dgm:t>
        <a:bodyPr/>
        <a:lstStyle/>
        <a:p>
          <a:pPr latinLnBrk="1"/>
          <a:r>
            <a:rPr lang="ko-KR" altLang="en-US" sz="1100" dirty="0"/>
            <a:t>인터렉티브 요소</a:t>
          </a:r>
        </a:p>
      </dgm:t>
    </dgm:pt>
    <dgm:pt modelId="{A0E52147-FFB6-4532-A8EC-042532C072E9}" type="parTrans" cxnId="{352BD395-82C8-4728-AF2E-760930DDE4D5}">
      <dgm:prSet/>
      <dgm:spPr/>
      <dgm:t>
        <a:bodyPr/>
        <a:lstStyle/>
        <a:p>
          <a:pPr latinLnBrk="1"/>
          <a:endParaRPr lang="ko-KR" altLang="en-US"/>
        </a:p>
      </dgm:t>
    </dgm:pt>
    <dgm:pt modelId="{A7110086-F45A-4563-B2B0-72180DA2B766}" type="sibTrans" cxnId="{352BD395-82C8-4728-AF2E-760930DDE4D5}">
      <dgm:prSet/>
      <dgm:spPr/>
      <dgm:t>
        <a:bodyPr/>
        <a:lstStyle/>
        <a:p>
          <a:pPr latinLnBrk="1"/>
          <a:endParaRPr lang="ko-KR" altLang="en-US"/>
        </a:p>
      </dgm:t>
    </dgm:pt>
    <dgm:pt modelId="{6CE6A388-8272-41C6-9352-ECB81EB1EFD9}">
      <dgm:prSet phldrT="[텍스트]"/>
      <dgm:spPr/>
      <dgm:t>
        <a:bodyPr/>
        <a:lstStyle/>
        <a:p>
          <a:pPr latinLnBrk="1"/>
          <a:r>
            <a:rPr lang="ko-KR" altLang="en-US" dirty="0"/>
            <a:t>게임 스토리텔링</a:t>
          </a:r>
        </a:p>
      </dgm:t>
    </dgm:pt>
    <dgm:pt modelId="{9FCBF957-888D-4DCC-89F1-DEA820C419A6}" type="parTrans" cxnId="{48B5A7B3-C518-4283-A37A-53759CE8435F}">
      <dgm:prSet/>
      <dgm:spPr/>
      <dgm:t>
        <a:bodyPr/>
        <a:lstStyle/>
        <a:p>
          <a:pPr latinLnBrk="1"/>
          <a:endParaRPr lang="ko-KR" altLang="en-US"/>
        </a:p>
      </dgm:t>
    </dgm:pt>
    <dgm:pt modelId="{F15CD67A-A38B-47C7-A97B-CA2C83AFDA12}" type="sibTrans" cxnId="{48B5A7B3-C518-4283-A37A-53759CE8435F}">
      <dgm:prSet/>
      <dgm:spPr/>
      <dgm:t>
        <a:bodyPr/>
        <a:lstStyle/>
        <a:p>
          <a:pPr latinLnBrk="1"/>
          <a:endParaRPr lang="ko-KR" altLang="en-US"/>
        </a:p>
      </dgm:t>
    </dgm:pt>
    <dgm:pt modelId="{722B90C7-F025-4797-BFC0-F97D3A793DFD}" type="pres">
      <dgm:prSet presAssocID="{DCD7E44A-1E01-48A8-A640-179063B397FF}" presName="Name0" presStyleCnt="0">
        <dgm:presLayoutVars>
          <dgm:chMax val="4"/>
          <dgm:resizeHandles val="exact"/>
        </dgm:presLayoutVars>
      </dgm:prSet>
      <dgm:spPr/>
    </dgm:pt>
    <dgm:pt modelId="{245FEC87-818B-48BA-B5A7-D03E34306438}" type="pres">
      <dgm:prSet presAssocID="{DCD7E44A-1E01-48A8-A640-179063B397FF}" presName="ellipse" presStyleLbl="trBgShp" presStyleIdx="0" presStyleCnt="1"/>
      <dgm:spPr/>
    </dgm:pt>
    <dgm:pt modelId="{A02F14DE-E48E-4680-97BE-D9DBFBD3D60F}" type="pres">
      <dgm:prSet presAssocID="{DCD7E44A-1E01-48A8-A640-179063B397FF}" presName="arrow1" presStyleLbl="fgShp" presStyleIdx="0" presStyleCnt="1"/>
      <dgm:spPr/>
    </dgm:pt>
    <dgm:pt modelId="{54591F65-ADC9-41BB-A381-4CC199B6062C}" type="pres">
      <dgm:prSet presAssocID="{DCD7E44A-1E01-48A8-A640-179063B397FF}" presName="rectangle" presStyleLbl="revTx" presStyleIdx="0" presStyleCnt="1">
        <dgm:presLayoutVars>
          <dgm:bulletEnabled val="1"/>
        </dgm:presLayoutVars>
      </dgm:prSet>
      <dgm:spPr/>
    </dgm:pt>
    <dgm:pt modelId="{17E0F9A7-961D-4F9C-BE3E-320313948DB1}" type="pres">
      <dgm:prSet presAssocID="{F2A05436-C68E-4729-90CA-5047739B5292}" presName="item1" presStyleLbl="node1" presStyleIdx="0" presStyleCnt="3">
        <dgm:presLayoutVars>
          <dgm:bulletEnabled val="1"/>
        </dgm:presLayoutVars>
      </dgm:prSet>
      <dgm:spPr/>
    </dgm:pt>
    <dgm:pt modelId="{08489C3F-9BCC-48EA-8457-542752044966}" type="pres">
      <dgm:prSet presAssocID="{B7FFB564-384A-4262-AC4F-42A6D1A3AC5C}" presName="item2" presStyleLbl="node1" presStyleIdx="1" presStyleCnt="3">
        <dgm:presLayoutVars>
          <dgm:bulletEnabled val="1"/>
        </dgm:presLayoutVars>
      </dgm:prSet>
      <dgm:spPr/>
    </dgm:pt>
    <dgm:pt modelId="{6B3AD59E-09FF-4992-9391-1633A72DA398}" type="pres">
      <dgm:prSet presAssocID="{6CE6A388-8272-41C6-9352-ECB81EB1EFD9}" presName="item3" presStyleLbl="node1" presStyleIdx="2" presStyleCnt="3">
        <dgm:presLayoutVars>
          <dgm:bulletEnabled val="1"/>
        </dgm:presLayoutVars>
      </dgm:prSet>
      <dgm:spPr/>
    </dgm:pt>
    <dgm:pt modelId="{8ED74DFC-75DF-40F1-92D8-2D01955B65C1}" type="pres">
      <dgm:prSet presAssocID="{DCD7E44A-1E01-48A8-A640-179063B397FF}" presName="funnel" presStyleLbl="trAlignAcc1" presStyleIdx="0" presStyleCnt="1"/>
      <dgm:spPr/>
    </dgm:pt>
  </dgm:ptLst>
  <dgm:cxnLst>
    <dgm:cxn modelId="{8D4C7311-963F-40DE-B515-B4362C8FA0D6}" srcId="{DCD7E44A-1E01-48A8-A640-179063B397FF}" destId="{6EAB60B4-28AA-4EE0-8AF1-456828859F44}" srcOrd="0" destOrd="0" parTransId="{9AB29EB7-C230-48CF-B153-D6817BA5B9ED}" sibTransId="{335CBA2C-A250-4B95-A441-6E87CD54D673}"/>
    <dgm:cxn modelId="{D2CF0D1E-0000-4785-AEFB-F35ABAACE33F}" type="presOf" srcId="{6EAB60B4-28AA-4EE0-8AF1-456828859F44}" destId="{6B3AD59E-09FF-4992-9391-1633A72DA398}" srcOrd="0" destOrd="0" presId="urn:microsoft.com/office/officeart/2005/8/layout/funnel1"/>
    <dgm:cxn modelId="{D627802F-1EB0-48E1-9F78-176B127E39D4}" type="presOf" srcId="{B7FFB564-384A-4262-AC4F-42A6D1A3AC5C}" destId="{17E0F9A7-961D-4F9C-BE3E-320313948DB1}" srcOrd="0" destOrd="0" presId="urn:microsoft.com/office/officeart/2005/8/layout/funnel1"/>
    <dgm:cxn modelId="{1EDD0B65-2DCC-4E4C-84D4-9CBF43419586}" type="presOf" srcId="{6CE6A388-8272-41C6-9352-ECB81EB1EFD9}" destId="{54591F65-ADC9-41BB-A381-4CC199B6062C}" srcOrd="0" destOrd="0" presId="urn:microsoft.com/office/officeart/2005/8/layout/funnel1"/>
    <dgm:cxn modelId="{352BD395-82C8-4728-AF2E-760930DDE4D5}" srcId="{DCD7E44A-1E01-48A8-A640-179063B397FF}" destId="{B7FFB564-384A-4262-AC4F-42A6D1A3AC5C}" srcOrd="2" destOrd="0" parTransId="{A0E52147-FFB6-4532-A8EC-042532C072E9}" sibTransId="{A7110086-F45A-4563-B2B0-72180DA2B766}"/>
    <dgm:cxn modelId="{7B1AF9A7-9418-4D27-9141-F06A97612798}" srcId="{DCD7E44A-1E01-48A8-A640-179063B397FF}" destId="{F2A05436-C68E-4729-90CA-5047739B5292}" srcOrd="1" destOrd="0" parTransId="{7023C46E-37D8-447B-ACC8-5211375B14B5}" sibTransId="{A6BF7D75-CEE0-4006-922A-439C90D4FF9F}"/>
    <dgm:cxn modelId="{48B5A7B3-C518-4283-A37A-53759CE8435F}" srcId="{DCD7E44A-1E01-48A8-A640-179063B397FF}" destId="{6CE6A388-8272-41C6-9352-ECB81EB1EFD9}" srcOrd="3" destOrd="0" parTransId="{9FCBF957-888D-4DCC-89F1-DEA820C419A6}" sibTransId="{F15CD67A-A38B-47C7-A97B-CA2C83AFDA12}"/>
    <dgm:cxn modelId="{5B51AEC2-5B39-40D0-BC8A-AEE737B94F2E}" type="presOf" srcId="{DCD7E44A-1E01-48A8-A640-179063B397FF}" destId="{722B90C7-F025-4797-BFC0-F97D3A793DFD}" srcOrd="0" destOrd="0" presId="urn:microsoft.com/office/officeart/2005/8/layout/funnel1"/>
    <dgm:cxn modelId="{C10832DD-DCD5-47C7-A8BF-FCA6E0557802}" type="presOf" srcId="{F2A05436-C68E-4729-90CA-5047739B5292}" destId="{08489C3F-9BCC-48EA-8457-542752044966}" srcOrd="0" destOrd="0" presId="urn:microsoft.com/office/officeart/2005/8/layout/funnel1"/>
    <dgm:cxn modelId="{29C85BAF-3AC3-47FD-9D7D-1DA28D4CDFCA}" type="presParOf" srcId="{722B90C7-F025-4797-BFC0-F97D3A793DFD}" destId="{245FEC87-818B-48BA-B5A7-D03E34306438}" srcOrd="0" destOrd="0" presId="urn:microsoft.com/office/officeart/2005/8/layout/funnel1"/>
    <dgm:cxn modelId="{55A88232-A9BD-4F02-9FFD-C2498A3FBAFC}" type="presParOf" srcId="{722B90C7-F025-4797-BFC0-F97D3A793DFD}" destId="{A02F14DE-E48E-4680-97BE-D9DBFBD3D60F}" srcOrd="1" destOrd="0" presId="urn:microsoft.com/office/officeart/2005/8/layout/funnel1"/>
    <dgm:cxn modelId="{B71F634C-7ECE-4DA5-B382-56F71C6FE779}" type="presParOf" srcId="{722B90C7-F025-4797-BFC0-F97D3A793DFD}" destId="{54591F65-ADC9-41BB-A381-4CC199B6062C}" srcOrd="2" destOrd="0" presId="urn:microsoft.com/office/officeart/2005/8/layout/funnel1"/>
    <dgm:cxn modelId="{4AF80F73-61DA-4091-B8E4-5FD32FD8E25A}" type="presParOf" srcId="{722B90C7-F025-4797-BFC0-F97D3A793DFD}" destId="{17E0F9A7-961D-4F9C-BE3E-320313948DB1}" srcOrd="3" destOrd="0" presId="urn:microsoft.com/office/officeart/2005/8/layout/funnel1"/>
    <dgm:cxn modelId="{019725AC-9644-4851-9620-E649A6F7EA5C}" type="presParOf" srcId="{722B90C7-F025-4797-BFC0-F97D3A793DFD}" destId="{08489C3F-9BCC-48EA-8457-542752044966}" srcOrd="4" destOrd="0" presId="urn:microsoft.com/office/officeart/2005/8/layout/funnel1"/>
    <dgm:cxn modelId="{0D65B88C-402E-4F20-B4A8-712F5A30A0F0}" type="presParOf" srcId="{722B90C7-F025-4797-BFC0-F97D3A793DFD}" destId="{6B3AD59E-09FF-4992-9391-1633A72DA398}" srcOrd="5" destOrd="0" presId="urn:microsoft.com/office/officeart/2005/8/layout/funnel1"/>
    <dgm:cxn modelId="{BBB0A77F-9351-438C-B57D-EA0C6DA72AB9}" type="presParOf" srcId="{722B90C7-F025-4797-BFC0-F97D3A793DFD}" destId="{8ED74DFC-75DF-40F1-92D8-2D01955B65C1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74BB47-2503-4832-B5D9-03960171A47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BFDFC962-3C12-4A47-958F-86F5610D401B}">
      <dgm:prSet phldrT="[텍스트]"/>
      <dgm:spPr/>
      <dgm:t>
        <a:bodyPr/>
        <a:lstStyle/>
        <a:p>
          <a:pPr latinLnBrk="1"/>
          <a:r>
            <a:rPr lang="ko-KR" altLang="en-US" dirty="0"/>
            <a:t>플롯</a:t>
          </a:r>
        </a:p>
      </dgm:t>
    </dgm:pt>
    <dgm:pt modelId="{C308BC20-102B-4493-ADD5-62ABD17911BB}" type="parTrans" cxnId="{FA1C7A13-70C3-44FC-9867-C867119DE124}">
      <dgm:prSet/>
      <dgm:spPr/>
      <dgm:t>
        <a:bodyPr/>
        <a:lstStyle/>
        <a:p>
          <a:pPr latinLnBrk="1"/>
          <a:endParaRPr lang="ko-KR" altLang="en-US"/>
        </a:p>
      </dgm:t>
    </dgm:pt>
    <dgm:pt modelId="{9D31E42B-823D-4FB7-A7D1-5366F9326F34}" type="sibTrans" cxnId="{FA1C7A13-70C3-44FC-9867-C867119DE124}">
      <dgm:prSet/>
      <dgm:spPr/>
      <dgm:t>
        <a:bodyPr/>
        <a:lstStyle/>
        <a:p>
          <a:pPr latinLnBrk="1"/>
          <a:endParaRPr lang="ko-KR" altLang="en-US"/>
        </a:p>
      </dgm:t>
    </dgm:pt>
    <dgm:pt modelId="{897F1AB5-D6AB-4571-8CD0-C60F1683DECF}">
      <dgm:prSet phldrT="[텍스트]"/>
      <dgm:spPr/>
      <dgm:t>
        <a:bodyPr/>
        <a:lstStyle/>
        <a:p>
          <a:pPr latinLnBrk="1"/>
          <a:r>
            <a:rPr lang="ko-KR" altLang="en-US" dirty="0"/>
            <a:t>갈등</a:t>
          </a:r>
        </a:p>
      </dgm:t>
    </dgm:pt>
    <dgm:pt modelId="{B08D6CBD-41DE-4329-86D2-0F0A72088FDA}" type="parTrans" cxnId="{DBCAFC31-46A9-47E2-A0F5-90CCE91646C2}">
      <dgm:prSet/>
      <dgm:spPr/>
      <dgm:t>
        <a:bodyPr/>
        <a:lstStyle/>
        <a:p>
          <a:pPr latinLnBrk="1"/>
          <a:endParaRPr lang="ko-KR" altLang="en-US"/>
        </a:p>
      </dgm:t>
    </dgm:pt>
    <dgm:pt modelId="{6F1DCEDD-307F-466B-9E00-03DAD45E76F1}" type="sibTrans" cxnId="{DBCAFC31-46A9-47E2-A0F5-90CCE91646C2}">
      <dgm:prSet/>
      <dgm:spPr/>
      <dgm:t>
        <a:bodyPr/>
        <a:lstStyle/>
        <a:p>
          <a:pPr latinLnBrk="1"/>
          <a:endParaRPr lang="ko-KR" altLang="en-US"/>
        </a:p>
      </dgm:t>
    </dgm:pt>
    <dgm:pt modelId="{953938FF-ED34-4DCD-9D87-65495EE33E81}">
      <dgm:prSet phldrT="[텍스트]"/>
      <dgm:spPr/>
      <dgm:t>
        <a:bodyPr/>
        <a:lstStyle/>
        <a:p>
          <a:pPr latinLnBrk="1"/>
          <a:r>
            <a:rPr lang="ko-KR" altLang="en-US" dirty="0"/>
            <a:t>기승전결</a:t>
          </a:r>
          <a:endParaRPr lang="en-US" altLang="ko-KR" dirty="0"/>
        </a:p>
        <a:p>
          <a:pPr latinLnBrk="1"/>
          <a:r>
            <a:rPr lang="en-US" altLang="ko-KR" dirty="0"/>
            <a:t>(</a:t>
          </a:r>
          <a:r>
            <a:rPr lang="ko-KR" altLang="en-US" dirty="0"/>
            <a:t>강약조절</a:t>
          </a:r>
          <a:r>
            <a:rPr lang="en-US" altLang="ko-KR" dirty="0"/>
            <a:t>)</a:t>
          </a:r>
          <a:endParaRPr lang="ko-KR" altLang="en-US" dirty="0"/>
        </a:p>
      </dgm:t>
    </dgm:pt>
    <dgm:pt modelId="{A72B5877-3DDD-489D-BED1-1EE00F37ECB5}" type="parTrans" cxnId="{097BB629-0A53-4BF2-A10F-853D4EB26CE4}">
      <dgm:prSet/>
      <dgm:spPr/>
      <dgm:t>
        <a:bodyPr/>
        <a:lstStyle/>
        <a:p>
          <a:pPr latinLnBrk="1"/>
          <a:endParaRPr lang="ko-KR" altLang="en-US"/>
        </a:p>
      </dgm:t>
    </dgm:pt>
    <dgm:pt modelId="{4114FD02-6FEE-4280-A436-B03E5181C36D}" type="sibTrans" cxnId="{097BB629-0A53-4BF2-A10F-853D4EB26CE4}">
      <dgm:prSet/>
      <dgm:spPr/>
      <dgm:t>
        <a:bodyPr/>
        <a:lstStyle/>
        <a:p>
          <a:pPr latinLnBrk="1"/>
          <a:endParaRPr lang="ko-KR" altLang="en-US"/>
        </a:p>
      </dgm:t>
    </dgm:pt>
    <dgm:pt modelId="{32E13653-71A5-4B6D-8AF1-C4F8AEC985C5}">
      <dgm:prSet phldrT="[텍스트]"/>
      <dgm:spPr/>
      <dgm:t>
        <a:bodyPr/>
        <a:lstStyle/>
        <a:p>
          <a:pPr latinLnBrk="1"/>
          <a:r>
            <a:rPr lang="ko-KR" altLang="en-US" dirty="0"/>
            <a:t>보상과 결핍</a:t>
          </a:r>
        </a:p>
      </dgm:t>
    </dgm:pt>
    <dgm:pt modelId="{FDF3F9B7-B22B-481A-8935-2C9689648BD2}" type="parTrans" cxnId="{4E682745-DF23-432B-AB77-4A14A084B804}">
      <dgm:prSet/>
      <dgm:spPr/>
      <dgm:t>
        <a:bodyPr/>
        <a:lstStyle/>
        <a:p>
          <a:pPr latinLnBrk="1"/>
          <a:endParaRPr lang="ko-KR" altLang="en-US"/>
        </a:p>
      </dgm:t>
    </dgm:pt>
    <dgm:pt modelId="{DD9DBF02-9D46-4246-8B27-AE0A419BA8AE}" type="sibTrans" cxnId="{4E682745-DF23-432B-AB77-4A14A084B804}">
      <dgm:prSet/>
      <dgm:spPr/>
      <dgm:t>
        <a:bodyPr/>
        <a:lstStyle/>
        <a:p>
          <a:pPr latinLnBrk="1"/>
          <a:endParaRPr lang="ko-KR" altLang="en-US"/>
        </a:p>
      </dgm:t>
    </dgm:pt>
    <dgm:pt modelId="{748650C8-C222-4686-AB50-31952676131D}" type="pres">
      <dgm:prSet presAssocID="{4974BB47-2503-4832-B5D9-03960171A47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A96DB42-E280-4196-9DE9-BEF10EA9A0A4}" type="pres">
      <dgm:prSet presAssocID="{BFDFC962-3C12-4A47-958F-86F5610D401B}" presName="hierRoot1" presStyleCnt="0">
        <dgm:presLayoutVars>
          <dgm:hierBranch val="init"/>
        </dgm:presLayoutVars>
      </dgm:prSet>
      <dgm:spPr/>
    </dgm:pt>
    <dgm:pt modelId="{08627F28-0A7A-4386-BBD5-4B2B376FB1D2}" type="pres">
      <dgm:prSet presAssocID="{BFDFC962-3C12-4A47-958F-86F5610D401B}" presName="rootComposite1" presStyleCnt="0"/>
      <dgm:spPr/>
    </dgm:pt>
    <dgm:pt modelId="{2DD0B381-3ED6-488E-8543-E1815C1A941F}" type="pres">
      <dgm:prSet presAssocID="{BFDFC962-3C12-4A47-958F-86F5610D401B}" presName="rootText1" presStyleLbl="node0" presStyleIdx="0" presStyleCnt="1">
        <dgm:presLayoutVars>
          <dgm:chPref val="3"/>
        </dgm:presLayoutVars>
      </dgm:prSet>
      <dgm:spPr/>
    </dgm:pt>
    <dgm:pt modelId="{94526B9C-7B3C-4579-BE46-1B6E5B9B2B3B}" type="pres">
      <dgm:prSet presAssocID="{BFDFC962-3C12-4A47-958F-86F5610D401B}" presName="rootConnector1" presStyleLbl="node1" presStyleIdx="0" presStyleCnt="0"/>
      <dgm:spPr/>
    </dgm:pt>
    <dgm:pt modelId="{1590047A-08E8-4D88-B2AD-9C0BD82F8733}" type="pres">
      <dgm:prSet presAssocID="{BFDFC962-3C12-4A47-958F-86F5610D401B}" presName="hierChild2" presStyleCnt="0"/>
      <dgm:spPr/>
    </dgm:pt>
    <dgm:pt modelId="{597517FD-1EB9-41C7-8101-AD476EFDE428}" type="pres">
      <dgm:prSet presAssocID="{B08D6CBD-41DE-4329-86D2-0F0A72088FDA}" presName="Name37" presStyleLbl="parChTrans1D2" presStyleIdx="0" presStyleCnt="3"/>
      <dgm:spPr/>
    </dgm:pt>
    <dgm:pt modelId="{26FAC8D7-FAB6-402A-8A1F-C1EA345BE68C}" type="pres">
      <dgm:prSet presAssocID="{897F1AB5-D6AB-4571-8CD0-C60F1683DECF}" presName="hierRoot2" presStyleCnt="0">
        <dgm:presLayoutVars>
          <dgm:hierBranch val="init"/>
        </dgm:presLayoutVars>
      </dgm:prSet>
      <dgm:spPr/>
    </dgm:pt>
    <dgm:pt modelId="{05C37280-E14F-4283-93CC-F31C57DC8255}" type="pres">
      <dgm:prSet presAssocID="{897F1AB5-D6AB-4571-8CD0-C60F1683DECF}" presName="rootComposite" presStyleCnt="0"/>
      <dgm:spPr/>
    </dgm:pt>
    <dgm:pt modelId="{38FE7976-37E0-4834-A4DC-05AFC73E1691}" type="pres">
      <dgm:prSet presAssocID="{897F1AB5-D6AB-4571-8CD0-C60F1683DECF}" presName="rootText" presStyleLbl="node2" presStyleIdx="0" presStyleCnt="3">
        <dgm:presLayoutVars>
          <dgm:chPref val="3"/>
        </dgm:presLayoutVars>
      </dgm:prSet>
      <dgm:spPr/>
    </dgm:pt>
    <dgm:pt modelId="{F2FBCEA1-AA1F-4B1B-8659-E128D2FFB264}" type="pres">
      <dgm:prSet presAssocID="{897F1AB5-D6AB-4571-8CD0-C60F1683DECF}" presName="rootConnector" presStyleLbl="node2" presStyleIdx="0" presStyleCnt="3"/>
      <dgm:spPr/>
    </dgm:pt>
    <dgm:pt modelId="{F0E1DAE2-87EE-47F8-BAC7-F8298C04FE36}" type="pres">
      <dgm:prSet presAssocID="{897F1AB5-D6AB-4571-8CD0-C60F1683DECF}" presName="hierChild4" presStyleCnt="0"/>
      <dgm:spPr/>
    </dgm:pt>
    <dgm:pt modelId="{3549BBF4-C3A8-4F2D-B391-8FB816D727CF}" type="pres">
      <dgm:prSet presAssocID="{897F1AB5-D6AB-4571-8CD0-C60F1683DECF}" presName="hierChild5" presStyleCnt="0"/>
      <dgm:spPr/>
    </dgm:pt>
    <dgm:pt modelId="{AADE5A7C-1A3C-4E17-A1E9-9E04F5750CDD}" type="pres">
      <dgm:prSet presAssocID="{A72B5877-3DDD-489D-BED1-1EE00F37ECB5}" presName="Name37" presStyleLbl="parChTrans1D2" presStyleIdx="1" presStyleCnt="3"/>
      <dgm:spPr/>
    </dgm:pt>
    <dgm:pt modelId="{753CA245-327F-4CE8-91A6-F776DD838C28}" type="pres">
      <dgm:prSet presAssocID="{953938FF-ED34-4DCD-9D87-65495EE33E81}" presName="hierRoot2" presStyleCnt="0">
        <dgm:presLayoutVars>
          <dgm:hierBranch val="init"/>
        </dgm:presLayoutVars>
      </dgm:prSet>
      <dgm:spPr/>
    </dgm:pt>
    <dgm:pt modelId="{97CF8647-CB2D-4E35-B61A-6837747F6DED}" type="pres">
      <dgm:prSet presAssocID="{953938FF-ED34-4DCD-9D87-65495EE33E81}" presName="rootComposite" presStyleCnt="0"/>
      <dgm:spPr/>
    </dgm:pt>
    <dgm:pt modelId="{CF1707ED-A576-4666-91C1-C254D9416859}" type="pres">
      <dgm:prSet presAssocID="{953938FF-ED34-4DCD-9D87-65495EE33E81}" presName="rootText" presStyleLbl="node2" presStyleIdx="1" presStyleCnt="3">
        <dgm:presLayoutVars>
          <dgm:chPref val="3"/>
        </dgm:presLayoutVars>
      </dgm:prSet>
      <dgm:spPr/>
    </dgm:pt>
    <dgm:pt modelId="{95CAE175-B029-4B27-9040-5A116E9F6CBC}" type="pres">
      <dgm:prSet presAssocID="{953938FF-ED34-4DCD-9D87-65495EE33E81}" presName="rootConnector" presStyleLbl="node2" presStyleIdx="1" presStyleCnt="3"/>
      <dgm:spPr/>
    </dgm:pt>
    <dgm:pt modelId="{B1C0B9F4-BBCB-4A86-A7E1-8A89E1DE002E}" type="pres">
      <dgm:prSet presAssocID="{953938FF-ED34-4DCD-9D87-65495EE33E81}" presName="hierChild4" presStyleCnt="0"/>
      <dgm:spPr/>
    </dgm:pt>
    <dgm:pt modelId="{EB6AFFE7-CE46-4E8E-8D7A-BAAE94463352}" type="pres">
      <dgm:prSet presAssocID="{953938FF-ED34-4DCD-9D87-65495EE33E81}" presName="hierChild5" presStyleCnt="0"/>
      <dgm:spPr/>
    </dgm:pt>
    <dgm:pt modelId="{1963A94B-22EB-412C-8D84-CD1E52EAC430}" type="pres">
      <dgm:prSet presAssocID="{FDF3F9B7-B22B-481A-8935-2C9689648BD2}" presName="Name37" presStyleLbl="parChTrans1D2" presStyleIdx="2" presStyleCnt="3"/>
      <dgm:spPr/>
    </dgm:pt>
    <dgm:pt modelId="{42A0173C-6C50-4621-BC0A-EACA7EDB38E3}" type="pres">
      <dgm:prSet presAssocID="{32E13653-71A5-4B6D-8AF1-C4F8AEC985C5}" presName="hierRoot2" presStyleCnt="0">
        <dgm:presLayoutVars>
          <dgm:hierBranch val="init"/>
        </dgm:presLayoutVars>
      </dgm:prSet>
      <dgm:spPr/>
    </dgm:pt>
    <dgm:pt modelId="{7B130CF8-43F7-4E7A-B759-29198A22B8EB}" type="pres">
      <dgm:prSet presAssocID="{32E13653-71A5-4B6D-8AF1-C4F8AEC985C5}" presName="rootComposite" presStyleCnt="0"/>
      <dgm:spPr/>
    </dgm:pt>
    <dgm:pt modelId="{3A549784-A329-4DD4-AB0D-269D6AEB1E89}" type="pres">
      <dgm:prSet presAssocID="{32E13653-71A5-4B6D-8AF1-C4F8AEC985C5}" presName="rootText" presStyleLbl="node2" presStyleIdx="2" presStyleCnt="3">
        <dgm:presLayoutVars>
          <dgm:chPref val="3"/>
        </dgm:presLayoutVars>
      </dgm:prSet>
      <dgm:spPr/>
    </dgm:pt>
    <dgm:pt modelId="{CEE7A739-A23C-4336-93AA-C93342BA94E9}" type="pres">
      <dgm:prSet presAssocID="{32E13653-71A5-4B6D-8AF1-C4F8AEC985C5}" presName="rootConnector" presStyleLbl="node2" presStyleIdx="2" presStyleCnt="3"/>
      <dgm:spPr/>
    </dgm:pt>
    <dgm:pt modelId="{D8C81DD7-3D1C-4526-A189-A558EAEA56EA}" type="pres">
      <dgm:prSet presAssocID="{32E13653-71A5-4B6D-8AF1-C4F8AEC985C5}" presName="hierChild4" presStyleCnt="0"/>
      <dgm:spPr/>
    </dgm:pt>
    <dgm:pt modelId="{65219051-383C-496A-9CA2-563A45BD35AA}" type="pres">
      <dgm:prSet presAssocID="{32E13653-71A5-4B6D-8AF1-C4F8AEC985C5}" presName="hierChild5" presStyleCnt="0"/>
      <dgm:spPr/>
    </dgm:pt>
    <dgm:pt modelId="{26831D08-ABE2-4429-A190-7D3FEC5164AF}" type="pres">
      <dgm:prSet presAssocID="{BFDFC962-3C12-4A47-958F-86F5610D401B}" presName="hierChild3" presStyleCnt="0"/>
      <dgm:spPr/>
    </dgm:pt>
  </dgm:ptLst>
  <dgm:cxnLst>
    <dgm:cxn modelId="{FA1C7A13-70C3-44FC-9867-C867119DE124}" srcId="{4974BB47-2503-4832-B5D9-03960171A471}" destId="{BFDFC962-3C12-4A47-958F-86F5610D401B}" srcOrd="0" destOrd="0" parTransId="{C308BC20-102B-4493-ADD5-62ABD17911BB}" sibTransId="{9D31E42B-823D-4FB7-A7D1-5366F9326F34}"/>
    <dgm:cxn modelId="{097BB629-0A53-4BF2-A10F-853D4EB26CE4}" srcId="{BFDFC962-3C12-4A47-958F-86F5610D401B}" destId="{953938FF-ED34-4DCD-9D87-65495EE33E81}" srcOrd="1" destOrd="0" parTransId="{A72B5877-3DDD-489D-BED1-1EE00F37ECB5}" sibTransId="{4114FD02-6FEE-4280-A436-B03E5181C36D}"/>
    <dgm:cxn modelId="{DBCAFC31-46A9-47E2-A0F5-90CCE91646C2}" srcId="{BFDFC962-3C12-4A47-958F-86F5610D401B}" destId="{897F1AB5-D6AB-4571-8CD0-C60F1683DECF}" srcOrd="0" destOrd="0" parTransId="{B08D6CBD-41DE-4329-86D2-0F0A72088FDA}" sibTransId="{6F1DCEDD-307F-466B-9E00-03DAD45E76F1}"/>
    <dgm:cxn modelId="{12B89E5E-8D13-4CB3-A80F-E91F583D350F}" type="presOf" srcId="{4974BB47-2503-4832-B5D9-03960171A471}" destId="{748650C8-C222-4686-AB50-31952676131D}" srcOrd="0" destOrd="0" presId="urn:microsoft.com/office/officeart/2005/8/layout/orgChart1"/>
    <dgm:cxn modelId="{70DEE961-89DB-4C01-A23A-C40E32E77046}" type="presOf" srcId="{FDF3F9B7-B22B-481A-8935-2C9689648BD2}" destId="{1963A94B-22EB-412C-8D84-CD1E52EAC430}" srcOrd="0" destOrd="0" presId="urn:microsoft.com/office/officeart/2005/8/layout/orgChart1"/>
    <dgm:cxn modelId="{A9930A42-C937-413D-B195-A0769FDF745B}" type="presOf" srcId="{A72B5877-3DDD-489D-BED1-1EE00F37ECB5}" destId="{AADE5A7C-1A3C-4E17-A1E9-9E04F5750CDD}" srcOrd="0" destOrd="0" presId="urn:microsoft.com/office/officeart/2005/8/layout/orgChart1"/>
    <dgm:cxn modelId="{4E682745-DF23-432B-AB77-4A14A084B804}" srcId="{BFDFC962-3C12-4A47-958F-86F5610D401B}" destId="{32E13653-71A5-4B6D-8AF1-C4F8AEC985C5}" srcOrd="2" destOrd="0" parTransId="{FDF3F9B7-B22B-481A-8935-2C9689648BD2}" sibTransId="{DD9DBF02-9D46-4246-8B27-AE0A419BA8AE}"/>
    <dgm:cxn modelId="{37A4BD83-DD17-4911-85DE-74FCAED29559}" type="presOf" srcId="{897F1AB5-D6AB-4571-8CD0-C60F1683DECF}" destId="{38FE7976-37E0-4834-A4DC-05AFC73E1691}" srcOrd="0" destOrd="0" presId="urn:microsoft.com/office/officeart/2005/8/layout/orgChart1"/>
    <dgm:cxn modelId="{19458A87-8A68-4D57-B18B-681D547C33F2}" type="presOf" srcId="{BFDFC962-3C12-4A47-958F-86F5610D401B}" destId="{94526B9C-7B3C-4579-BE46-1B6E5B9B2B3B}" srcOrd="1" destOrd="0" presId="urn:microsoft.com/office/officeart/2005/8/layout/orgChart1"/>
    <dgm:cxn modelId="{B7396A8A-99EB-4BDD-A78D-2EF04214C2EA}" type="presOf" srcId="{953938FF-ED34-4DCD-9D87-65495EE33E81}" destId="{95CAE175-B029-4B27-9040-5A116E9F6CBC}" srcOrd="1" destOrd="0" presId="urn:microsoft.com/office/officeart/2005/8/layout/orgChart1"/>
    <dgm:cxn modelId="{1914AD8A-D4C5-4786-947D-6593F6F40608}" type="presOf" srcId="{32E13653-71A5-4B6D-8AF1-C4F8AEC985C5}" destId="{CEE7A739-A23C-4336-93AA-C93342BA94E9}" srcOrd="1" destOrd="0" presId="urn:microsoft.com/office/officeart/2005/8/layout/orgChart1"/>
    <dgm:cxn modelId="{9464C78E-BCEE-4F3E-AE21-881AE8D29823}" type="presOf" srcId="{32E13653-71A5-4B6D-8AF1-C4F8AEC985C5}" destId="{3A549784-A329-4DD4-AB0D-269D6AEB1E89}" srcOrd="0" destOrd="0" presId="urn:microsoft.com/office/officeart/2005/8/layout/orgChart1"/>
    <dgm:cxn modelId="{847F3AD1-DB9E-4F1A-B494-BBDBEBD795BA}" type="presOf" srcId="{BFDFC962-3C12-4A47-958F-86F5610D401B}" destId="{2DD0B381-3ED6-488E-8543-E1815C1A941F}" srcOrd="0" destOrd="0" presId="urn:microsoft.com/office/officeart/2005/8/layout/orgChart1"/>
    <dgm:cxn modelId="{33A443D6-0456-405B-9BD3-D2CBFFFB2A28}" type="presOf" srcId="{897F1AB5-D6AB-4571-8CD0-C60F1683DECF}" destId="{F2FBCEA1-AA1F-4B1B-8659-E128D2FFB264}" srcOrd="1" destOrd="0" presId="urn:microsoft.com/office/officeart/2005/8/layout/orgChart1"/>
    <dgm:cxn modelId="{32C627EF-8145-4886-8E22-DBD4ADB2AA97}" type="presOf" srcId="{B08D6CBD-41DE-4329-86D2-0F0A72088FDA}" destId="{597517FD-1EB9-41C7-8101-AD476EFDE428}" srcOrd="0" destOrd="0" presId="urn:microsoft.com/office/officeart/2005/8/layout/orgChart1"/>
    <dgm:cxn modelId="{66B208FD-CCFB-4B09-A95A-7FE6AB4CFF1F}" type="presOf" srcId="{953938FF-ED34-4DCD-9D87-65495EE33E81}" destId="{CF1707ED-A576-4666-91C1-C254D9416859}" srcOrd="0" destOrd="0" presId="urn:microsoft.com/office/officeart/2005/8/layout/orgChart1"/>
    <dgm:cxn modelId="{BB1A6EDD-E83B-43BF-A3AE-C6924BBFFBBC}" type="presParOf" srcId="{748650C8-C222-4686-AB50-31952676131D}" destId="{1A96DB42-E280-4196-9DE9-BEF10EA9A0A4}" srcOrd="0" destOrd="0" presId="urn:microsoft.com/office/officeart/2005/8/layout/orgChart1"/>
    <dgm:cxn modelId="{E9757AFE-CF78-4865-8E18-03FC486E573E}" type="presParOf" srcId="{1A96DB42-E280-4196-9DE9-BEF10EA9A0A4}" destId="{08627F28-0A7A-4386-BBD5-4B2B376FB1D2}" srcOrd="0" destOrd="0" presId="urn:microsoft.com/office/officeart/2005/8/layout/orgChart1"/>
    <dgm:cxn modelId="{378CA63D-1E6D-4CF4-B158-74D4CD6DB05C}" type="presParOf" srcId="{08627F28-0A7A-4386-BBD5-4B2B376FB1D2}" destId="{2DD0B381-3ED6-488E-8543-E1815C1A941F}" srcOrd="0" destOrd="0" presId="urn:microsoft.com/office/officeart/2005/8/layout/orgChart1"/>
    <dgm:cxn modelId="{BCEEA23E-1C93-45AD-B93C-CB19B2BE62A3}" type="presParOf" srcId="{08627F28-0A7A-4386-BBD5-4B2B376FB1D2}" destId="{94526B9C-7B3C-4579-BE46-1B6E5B9B2B3B}" srcOrd="1" destOrd="0" presId="urn:microsoft.com/office/officeart/2005/8/layout/orgChart1"/>
    <dgm:cxn modelId="{1AD361A2-BBB1-4E74-A666-45E10B8F04D7}" type="presParOf" srcId="{1A96DB42-E280-4196-9DE9-BEF10EA9A0A4}" destId="{1590047A-08E8-4D88-B2AD-9C0BD82F8733}" srcOrd="1" destOrd="0" presId="urn:microsoft.com/office/officeart/2005/8/layout/orgChart1"/>
    <dgm:cxn modelId="{DA976F88-090B-4937-9384-C3B02E814657}" type="presParOf" srcId="{1590047A-08E8-4D88-B2AD-9C0BD82F8733}" destId="{597517FD-1EB9-41C7-8101-AD476EFDE428}" srcOrd="0" destOrd="0" presId="urn:microsoft.com/office/officeart/2005/8/layout/orgChart1"/>
    <dgm:cxn modelId="{A1A5696B-63F6-477D-82F9-10B5A88FC44F}" type="presParOf" srcId="{1590047A-08E8-4D88-B2AD-9C0BD82F8733}" destId="{26FAC8D7-FAB6-402A-8A1F-C1EA345BE68C}" srcOrd="1" destOrd="0" presId="urn:microsoft.com/office/officeart/2005/8/layout/orgChart1"/>
    <dgm:cxn modelId="{D1955674-895E-4553-984B-9FCC711C01CD}" type="presParOf" srcId="{26FAC8D7-FAB6-402A-8A1F-C1EA345BE68C}" destId="{05C37280-E14F-4283-93CC-F31C57DC8255}" srcOrd="0" destOrd="0" presId="urn:microsoft.com/office/officeart/2005/8/layout/orgChart1"/>
    <dgm:cxn modelId="{8AF03EDC-BCD4-44B5-8DDE-04719BD3171F}" type="presParOf" srcId="{05C37280-E14F-4283-93CC-F31C57DC8255}" destId="{38FE7976-37E0-4834-A4DC-05AFC73E1691}" srcOrd="0" destOrd="0" presId="urn:microsoft.com/office/officeart/2005/8/layout/orgChart1"/>
    <dgm:cxn modelId="{556C52A5-E352-4A42-8BCA-894A129AFAEC}" type="presParOf" srcId="{05C37280-E14F-4283-93CC-F31C57DC8255}" destId="{F2FBCEA1-AA1F-4B1B-8659-E128D2FFB264}" srcOrd="1" destOrd="0" presId="urn:microsoft.com/office/officeart/2005/8/layout/orgChart1"/>
    <dgm:cxn modelId="{A76A6044-355D-4EAE-BC9E-CE9DAE60D70E}" type="presParOf" srcId="{26FAC8D7-FAB6-402A-8A1F-C1EA345BE68C}" destId="{F0E1DAE2-87EE-47F8-BAC7-F8298C04FE36}" srcOrd="1" destOrd="0" presId="urn:microsoft.com/office/officeart/2005/8/layout/orgChart1"/>
    <dgm:cxn modelId="{F57BA6DC-4D8A-4834-AFE7-3DD50AE4A1FC}" type="presParOf" srcId="{26FAC8D7-FAB6-402A-8A1F-C1EA345BE68C}" destId="{3549BBF4-C3A8-4F2D-B391-8FB816D727CF}" srcOrd="2" destOrd="0" presId="urn:microsoft.com/office/officeart/2005/8/layout/orgChart1"/>
    <dgm:cxn modelId="{1FEEF913-CFD3-4E55-87C9-1B810EB159E6}" type="presParOf" srcId="{1590047A-08E8-4D88-B2AD-9C0BD82F8733}" destId="{AADE5A7C-1A3C-4E17-A1E9-9E04F5750CDD}" srcOrd="2" destOrd="0" presId="urn:microsoft.com/office/officeart/2005/8/layout/orgChart1"/>
    <dgm:cxn modelId="{A15A2358-CB3A-4595-87DD-AB085779B4ED}" type="presParOf" srcId="{1590047A-08E8-4D88-B2AD-9C0BD82F8733}" destId="{753CA245-327F-4CE8-91A6-F776DD838C28}" srcOrd="3" destOrd="0" presId="urn:microsoft.com/office/officeart/2005/8/layout/orgChart1"/>
    <dgm:cxn modelId="{B2A297BA-4309-4903-BA88-451462BD13E1}" type="presParOf" srcId="{753CA245-327F-4CE8-91A6-F776DD838C28}" destId="{97CF8647-CB2D-4E35-B61A-6837747F6DED}" srcOrd="0" destOrd="0" presId="urn:microsoft.com/office/officeart/2005/8/layout/orgChart1"/>
    <dgm:cxn modelId="{F966C5E6-24C3-4D4F-813D-E0D43EBA5175}" type="presParOf" srcId="{97CF8647-CB2D-4E35-B61A-6837747F6DED}" destId="{CF1707ED-A576-4666-91C1-C254D9416859}" srcOrd="0" destOrd="0" presId="urn:microsoft.com/office/officeart/2005/8/layout/orgChart1"/>
    <dgm:cxn modelId="{314B8835-DA90-4C7A-98E8-CE705F192566}" type="presParOf" srcId="{97CF8647-CB2D-4E35-B61A-6837747F6DED}" destId="{95CAE175-B029-4B27-9040-5A116E9F6CBC}" srcOrd="1" destOrd="0" presId="urn:microsoft.com/office/officeart/2005/8/layout/orgChart1"/>
    <dgm:cxn modelId="{10526A06-B9E5-406B-97EB-A1AC1BCB3603}" type="presParOf" srcId="{753CA245-327F-4CE8-91A6-F776DD838C28}" destId="{B1C0B9F4-BBCB-4A86-A7E1-8A89E1DE002E}" srcOrd="1" destOrd="0" presId="urn:microsoft.com/office/officeart/2005/8/layout/orgChart1"/>
    <dgm:cxn modelId="{FEC6BFBA-2714-4FED-9EE7-BEA3FEFA0C54}" type="presParOf" srcId="{753CA245-327F-4CE8-91A6-F776DD838C28}" destId="{EB6AFFE7-CE46-4E8E-8D7A-BAAE94463352}" srcOrd="2" destOrd="0" presId="urn:microsoft.com/office/officeart/2005/8/layout/orgChart1"/>
    <dgm:cxn modelId="{D1B36871-1834-4623-AFD2-89E74855BC80}" type="presParOf" srcId="{1590047A-08E8-4D88-B2AD-9C0BD82F8733}" destId="{1963A94B-22EB-412C-8D84-CD1E52EAC430}" srcOrd="4" destOrd="0" presId="urn:microsoft.com/office/officeart/2005/8/layout/orgChart1"/>
    <dgm:cxn modelId="{CC0B3AD0-BA9F-4908-B3EE-460195D348C8}" type="presParOf" srcId="{1590047A-08E8-4D88-B2AD-9C0BD82F8733}" destId="{42A0173C-6C50-4621-BC0A-EACA7EDB38E3}" srcOrd="5" destOrd="0" presId="urn:microsoft.com/office/officeart/2005/8/layout/orgChart1"/>
    <dgm:cxn modelId="{EC254A72-7A6D-4D2B-8359-B045FE7DEC2C}" type="presParOf" srcId="{42A0173C-6C50-4621-BC0A-EACA7EDB38E3}" destId="{7B130CF8-43F7-4E7A-B759-29198A22B8EB}" srcOrd="0" destOrd="0" presId="urn:microsoft.com/office/officeart/2005/8/layout/orgChart1"/>
    <dgm:cxn modelId="{DEBD5CDA-225A-450C-9529-0A56330212F8}" type="presParOf" srcId="{7B130CF8-43F7-4E7A-B759-29198A22B8EB}" destId="{3A549784-A329-4DD4-AB0D-269D6AEB1E89}" srcOrd="0" destOrd="0" presId="urn:microsoft.com/office/officeart/2005/8/layout/orgChart1"/>
    <dgm:cxn modelId="{71E4A768-B7C7-481A-A2E7-5687A3DEE287}" type="presParOf" srcId="{7B130CF8-43F7-4E7A-B759-29198A22B8EB}" destId="{CEE7A739-A23C-4336-93AA-C93342BA94E9}" srcOrd="1" destOrd="0" presId="urn:microsoft.com/office/officeart/2005/8/layout/orgChart1"/>
    <dgm:cxn modelId="{DDF91FD2-9D31-45F6-865E-91CD9CAC0C35}" type="presParOf" srcId="{42A0173C-6C50-4621-BC0A-EACA7EDB38E3}" destId="{D8C81DD7-3D1C-4526-A189-A558EAEA56EA}" srcOrd="1" destOrd="0" presId="urn:microsoft.com/office/officeart/2005/8/layout/orgChart1"/>
    <dgm:cxn modelId="{9413874B-735B-435F-8EF9-51E8E2D5CEDC}" type="presParOf" srcId="{42A0173C-6C50-4621-BC0A-EACA7EDB38E3}" destId="{65219051-383C-496A-9CA2-563A45BD35AA}" srcOrd="2" destOrd="0" presId="urn:microsoft.com/office/officeart/2005/8/layout/orgChart1"/>
    <dgm:cxn modelId="{92A756CE-D7C9-4E7E-B581-A6D2F406352C}" type="presParOf" srcId="{1A96DB42-E280-4196-9DE9-BEF10EA9A0A4}" destId="{26831D08-ABE2-4429-A190-7D3FEC5164A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3BC328-9BA7-44DE-95CA-6D527E775F6D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9878A015-89A5-4565-B52F-0244DE60EFAC}">
      <dgm:prSet phldrT="[텍스트]"/>
      <dgm:spPr/>
      <dgm:t>
        <a:bodyPr/>
        <a:lstStyle/>
        <a:p>
          <a:pPr latinLnBrk="1"/>
          <a:r>
            <a:rPr lang="ko-KR" altLang="en-US" dirty="0"/>
            <a:t>재미</a:t>
          </a:r>
        </a:p>
      </dgm:t>
    </dgm:pt>
    <dgm:pt modelId="{9B6BC68B-E140-44F1-9D83-5A78770A9A29}" type="parTrans" cxnId="{7F1DC928-0C2F-4B58-952D-13D38057C1F2}">
      <dgm:prSet/>
      <dgm:spPr/>
      <dgm:t>
        <a:bodyPr/>
        <a:lstStyle/>
        <a:p>
          <a:pPr latinLnBrk="1"/>
          <a:endParaRPr lang="ko-KR" altLang="en-US"/>
        </a:p>
      </dgm:t>
    </dgm:pt>
    <dgm:pt modelId="{A22EA697-DF94-46BC-AC6A-A8FF842511F8}" type="sibTrans" cxnId="{7F1DC928-0C2F-4B58-952D-13D38057C1F2}">
      <dgm:prSet/>
      <dgm:spPr/>
      <dgm:t>
        <a:bodyPr/>
        <a:lstStyle/>
        <a:p>
          <a:pPr latinLnBrk="1"/>
          <a:endParaRPr lang="ko-KR" altLang="en-US"/>
        </a:p>
      </dgm:t>
    </dgm:pt>
    <dgm:pt modelId="{F397D2B1-53A9-42DA-88FC-A0F1B9095617}">
      <dgm:prSet phldrT="[텍스트]"/>
      <dgm:spPr/>
      <dgm:t>
        <a:bodyPr/>
        <a:lstStyle/>
        <a:p>
          <a:pPr latinLnBrk="1"/>
          <a:r>
            <a:rPr lang="ko-KR" altLang="en-US" dirty="0"/>
            <a:t>다양성</a:t>
          </a:r>
        </a:p>
      </dgm:t>
    </dgm:pt>
    <dgm:pt modelId="{0F8F9A68-1D7A-4297-BE07-134258A75596}" type="parTrans" cxnId="{CEC48EF0-ADC0-4C36-B0E9-E13DF31E5A59}">
      <dgm:prSet/>
      <dgm:spPr/>
      <dgm:t>
        <a:bodyPr/>
        <a:lstStyle/>
        <a:p>
          <a:pPr latinLnBrk="1"/>
          <a:endParaRPr lang="ko-KR" altLang="en-US"/>
        </a:p>
      </dgm:t>
    </dgm:pt>
    <dgm:pt modelId="{6AC2E58C-6154-432E-B27F-B946DC6B09F6}" type="sibTrans" cxnId="{CEC48EF0-ADC0-4C36-B0E9-E13DF31E5A59}">
      <dgm:prSet/>
      <dgm:spPr/>
      <dgm:t>
        <a:bodyPr/>
        <a:lstStyle/>
        <a:p>
          <a:pPr latinLnBrk="1"/>
          <a:endParaRPr lang="ko-KR" altLang="en-US"/>
        </a:p>
      </dgm:t>
    </dgm:pt>
    <dgm:pt modelId="{46D3F53D-EE63-493F-9948-5E6EE80B30E8}">
      <dgm:prSet phldrT="[텍스트]"/>
      <dgm:spPr/>
      <dgm:t>
        <a:bodyPr/>
        <a:lstStyle/>
        <a:p>
          <a:pPr latinLnBrk="1"/>
          <a:r>
            <a:rPr lang="ko-KR" altLang="en-US" dirty="0"/>
            <a:t>게임 시스템</a:t>
          </a:r>
        </a:p>
      </dgm:t>
    </dgm:pt>
    <dgm:pt modelId="{AE3EE250-45F2-4954-99C3-698276D6B2E7}" type="parTrans" cxnId="{2299C30A-ECA7-4CA8-A90E-D0016B1F306E}">
      <dgm:prSet/>
      <dgm:spPr/>
      <dgm:t>
        <a:bodyPr/>
        <a:lstStyle/>
        <a:p>
          <a:pPr latinLnBrk="1"/>
          <a:endParaRPr lang="ko-KR" altLang="en-US"/>
        </a:p>
      </dgm:t>
    </dgm:pt>
    <dgm:pt modelId="{BA9E1606-AE98-4D31-8755-87EFF0BB5F25}" type="sibTrans" cxnId="{2299C30A-ECA7-4CA8-A90E-D0016B1F306E}">
      <dgm:prSet/>
      <dgm:spPr/>
      <dgm:t>
        <a:bodyPr/>
        <a:lstStyle/>
        <a:p>
          <a:pPr latinLnBrk="1"/>
          <a:endParaRPr lang="ko-KR" altLang="en-US"/>
        </a:p>
      </dgm:t>
    </dgm:pt>
    <dgm:pt modelId="{B8E13F7E-CAD8-4792-A28C-EB53DA728F07}">
      <dgm:prSet phldrT="[텍스트]"/>
      <dgm:spPr/>
      <dgm:t>
        <a:bodyPr/>
        <a:lstStyle/>
        <a:p>
          <a:pPr latinLnBrk="1"/>
          <a:r>
            <a:rPr lang="ko-KR" altLang="en-US" dirty="0"/>
            <a:t>오브젝트</a:t>
          </a:r>
          <a:r>
            <a:rPr lang="en-US" altLang="ko-KR" dirty="0"/>
            <a:t>, </a:t>
          </a:r>
        </a:p>
        <a:p>
          <a:pPr latinLnBrk="1"/>
          <a:r>
            <a:rPr lang="ko-KR" altLang="en-US" dirty="0"/>
            <a:t>상호작용</a:t>
          </a:r>
        </a:p>
      </dgm:t>
    </dgm:pt>
    <dgm:pt modelId="{CAD9A87A-C62D-448D-9969-4DD61CB45530}" type="parTrans" cxnId="{FF7137D4-E72A-4F55-B328-4F8CAFAE0FAA}">
      <dgm:prSet/>
      <dgm:spPr/>
      <dgm:t>
        <a:bodyPr/>
        <a:lstStyle/>
        <a:p>
          <a:pPr latinLnBrk="1"/>
          <a:endParaRPr lang="ko-KR" altLang="en-US"/>
        </a:p>
      </dgm:t>
    </dgm:pt>
    <dgm:pt modelId="{E83D351C-751E-442A-9C6E-4EAD8A6403F7}" type="sibTrans" cxnId="{FF7137D4-E72A-4F55-B328-4F8CAFAE0FAA}">
      <dgm:prSet/>
      <dgm:spPr/>
      <dgm:t>
        <a:bodyPr/>
        <a:lstStyle/>
        <a:p>
          <a:pPr latinLnBrk="1"/>
          <a:endParaRPr lang="ko-KR" altLang="en-US"/>
        </a:p>
      </dgm:t>
    </dgm:pt>
    <dgm:pt modelId="{D6C44D19-7555-4D1E-9977-C200E88D5AC0}">
      <dgm:prSet phldrT="[텍스트]"/>
      <dgm:spPr/>
      <dgm:t>
        <a:bodyPr/>
        <a:lstStyle/>
        <a:p>
          <a:pPr latinLnBrk="1"/>
          <a:r>
            <a:rPr lang="ko-KR" altLang="en-US" dirty="0"/>
            <a:t>몰입</a:t>
          </a:r>
        </a:p>
      </dgm:t>
    </dgm:pt>
    <dgm:pt modelId="{D188183D-944E-4A28-A54D-418EC79457FE}" type="parTrans" cxnId="{DDFB2ADF-EF60-4B53-9F63-7F77D2804FEE}">
      <dgm:prSet/>
      <dgm:spPr/>
      <dgm:t>
        <a:bodyPr/>
        <a:lstStyle/>
        <a:p>
          <a:pPr latinLnBrk="1"/>
          <a:endParaRPr lang="ko-KR" altLang="en-US"/>
        </a:p>
      </dgm:t>
    </dgm:pt>
    <dgm:pt modelId="{A67DA979-A813-499C-B007-18C67296C664}" type="sibTrans" cxnId="{DDFB2ADF-EF60-4B53-9F63-7F77D2804FEE}">
      <dgm:prSet/>
      <dgm:spPr/>
      <dgm:t>
        <a:bodyPr/>
        <a:lstStyle/>
        <a:p>
          <a:pPr latinLnBrk="1"/>
          <a:endParaRPr lang="ko-KR" altLang="en-US"/>
        </a:p>
      </dgm:t>
    </dgm:pt>
    <dgm:pt modelId="{6BA8CAFF-7509-445F-8513-3B1FCF4AD63C}">
      <dgm:prSet phldrT="[텍스트]"/>
      <dgm:spPr/>
      <dgm:t>
        <a:bodyPr/>
        <a:lstStyle/>
        <a:p>
          <a:pPr latinLnBrk="1"/>
          <a:r>
            <a:rPr lang="ko-KR" altLang="en-US" dirty="0"/>
            <a:t>몰입의 완급을 조절할 수 있다면 재미가 된다</a:t>
          </a:r>
        </a:p>
      </dgm:t>
    </dgm:pt>
    <dgm:pt modelId="{7BEE4A01-D363-45A0-8A34-84143E1F3BB9}" type="parTrans" cxnId="{A81892D9-7530-43C8-9654-6AD97745D509}">
      <dgm:prSet/>
      <dgm:spPr/>
      <dgm:t>
        <a:bodyPr/>
        <a:lstStyle/>
        <a:p>
          <a:pPr latinLnBrk="1"/>
          <a:endParaRPr lang="ko-KR" altLang="en-US"/>
        </a:p>
      </dgm:t>
    </dgm:pt>
    <dgm:pt modelId="{215EE347-D3F7-4ADD-A6FD-ADEB3E2CCBFC}" type="sibTrans" cxnId="{A81892D9-7530-43C8-9654-6AD97745D509}">
      <dgm:prSet/>
      <dgm:spPr/>
      <dgm:t>
        <a:bodyPr/>
        <a:lstStyle/>
        <a:p>
          <a:pPr latinLnBrk="1"/>
          <a:endParaRPr lang="ko-KR" altLang="en-US"/>
        </a:p>
      </dgm:t>
    </dgm:pt>
    <dgm:pt modelId="{A00F755D-9859-41C2-A0C2-7A99CBAD9903}">
      <dgm:prSet phldrT="[텍스트]"/>
      <dgm:spPr/>
      <dgm:t>
        <a:bodyPr/>
        <a:lstStyle/>
        <a:p>
          <a:pPr latinLnBrk="1"/>
          <a:r>
            <a:rPr lang="ko-KR" altLang="en-US" dirty="0"/>
            <a:t>기대감</a:t>
          </a:r>
        </a:p>
      </dgm:t>
    </dgm:pt>
    <dgm:pt modelId="{8B897266-1801-4F84-A742-B7C1AFCD11FA}" type="parTrans" cxnId="{34AA767F-FB53-48AE-B99A-5C103A7258A4}">
      <dgm:prSet/>
      <dgm:spPr/>
      <dgm:t>
        <a:bodyPr/>
        <a:lstStyle/>
        <a:p>
          <a:pPr latinLnBrk="1"/>
          <a:endParaRPr lang="ko-KR" altLang="en-US"/>
        </a:p>
      </dgm:t>
    </dgm:pt>
    <dgm:pt modelId="{67992D01-5E76-4104-A53E-7D549C5DE6FB}" type="sibTrans" cxnId="{34AA767F-FB53-48AE-B99A-5C103A7258A4}">
      <dgm:prSet/>
      <dgm:spPr/>
      <dgm:t>
        <a:bodyPr/>
        <a:lstStyle/>
        <a:p>
          <a:pPr latinLnBrk="1"/>
          <a:endParaRPr lang="ko-KR" altLang="en-US"/>
        </a:p>
      </dgm:t>
    </dgm:pt>
    <dgm:pt modelId="{D94298F5-FA5B-4B85-ABFC-7A9C73DE21C6}" type="pres">
      <dgm:prSet presAssocID="{CC3BC328-9BA7-44DE-95CA-6D527E775F6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DA832EE-852A-418D-A64D-566494136DF9}" type="pres">
      <dgm:prSet presAssocID="{9878A015-89A5-4565-B52F-0244DE60EFAC}" presName="root1" presStyleCnt="0"/>
      <dgm:spPr/>
    </dgm:pt>
    <dgm:pt modelId="{CF031BD9-9A8A-4EA3-8AF0-84EA50F51388}" type="pres">
      <dgm:prSet presAssocID="{9878A015-89A5-4565-B52F-0244DE60EFAC}" presName="LevelOneTextNode" presStyleLbl="node0" presStyleIdx="0" presStyleCnt="1" custLinFactNeighborX="-26613" custLinFactNeighborY="881">
        <dgm:presLayoutVars>
          <dgm:chPref val="3"/>
        </dgm:presLayoutVars>
      </dgm:prSet>
      <dgm:spPr/>
    </dgm:pt>
    <dgm:pt modelId="{C6C1987C-C2C5-4C3E-B90B-A0BAF93E47A1}" type="pres">
      <dgm:prSet presAssocID="{9878A015-89A5-4565-B52F-0244DE60EFAC}" presName="level2hierChild" presStyleCnt="0"/>
      <dgm:spPr/>
    </dgm:pt>
    <dgm:pt modelId="{7A1C7285-9A7B-426C-8231-548FEFDA68F6}" type="pres">
      <dgm:prSet presAssocID="{0F8F9A68-1D7A-4297-BE07-134258A75596}" presName="conn2-1" presStyleLbl="parChTrans1D2" presStyleIdx="0" presStyleCnt="3"/>
      <dgm:spPr/>
    </dgm:pt>
    <dgm:pt modelId="{A6F9DAC6-4F52-4C3E-AE7C-A80079C886D2}" type="pres">
      <dgm:prSet presAssocID="{0F8F9A68-1D7A-4297-BE07-134258A75596}" presName="connTx" presStyleLbl="parChTrans1D2" presStyleIdx="0" presStyleCnt="3"/>
      <dgm:spPr/>
    </dgm:pt>
    <dgm:pt modelId="{D7ED8A96-0CA7-452B-BC26-83E04FE95779}" type="pres">
      <dgm:prSet presAssocID="{F397D2B1-53A9-42DA-88FC-A0F1B9095617}" presName="root2" presStyleCnt="0"/>
      <dgm:spPr/>
    </dgm:pt>
    <dgm:pt modelId="{0DBCDD93-5C8A-40C0-A590-096575206A40}" type="pres">
      <dgm:prSet presAssocID="{F397D2B1-53A9-42DA-88FC-A0F1B9095617}" presName="LevelTwoTextNode" presStyleLbl="node2" presStyleIdx="0" presStyleCnt="3" custLinFactNeighborX="15" custLinFactNeighborY="-48982">
        <dgm:presLayoutVars>
          <dgm:chPref val="3"/>
        </dgm:presLayoutVars>
      </dgm:prSet>
      <dgm:spPr/>
    </dgm:pt>
    <dgm:pt modelId="{8BB3BE2F-C7FC-44E6-8413-63A56DC8EBFF}" type="pres">
      <dgm:prSet presAssocID="{F397D2B1-53A9-42DA-88FC-A0F1B9095617}" presName="level3hierChild" presStyleCnt="0"/>
      <dgm:spPr/>
    </dgm:pt>
    <dgm:pt modelId="{FDA69548-23AA-4AFF-8103-6BEADED185D2}" type="pres">
      <dgm:prSet presAssocID="{AE3EE250-45F2-4954-99C3-698276D6B2E7}" presName="conn2-1" presStyleLbl="parChTrans1D3" presStyleIdx="0" presStyleCnt="3"/>
      <dgm:spPr/>
    </dgm:pt>
    <dgm:pt modelId="{137547AC-AE47-4EBF-9655-BBA2A78DD35B}" type="pres">
      <dgm:prSet presAssocID="{AE3EE250-45F2-4954-99C3-698276D6B2E7}" presName="connTx" presStyleLbl="parChTrans1D3" presStyleIdx="0" presStyleCnt="3"/>
      <dgm:spPr/>
    </dgm:pt>
    <dgm:pt modelId="{037342FB-4AB6-44D0-95B4-4CF2C1910EDE}" type="pres">
      <dgm:prSet presAssocID="{46D3F53D-EE63-493F-9948-5E6EE80B30E8}" presName="root2" presStyleCnt="0"/>
      <dgm:spPr/>
    </dgm:pt>
    <dgm:pt modelId="{D5F24C7A-A3B5-4BB5-A6C9-99FD16797093}" type="pres">
      <dgm:prSet presAssocID="{46D3F53D-EE63-493F-9948-5E6EE80B30E8}" presName="LevelTwoTextNode" presStyleLbl="node3" presStyleIdx="0" presStyleCnt="3">
        <dgm:presLayoutVars>
          <dgm:chPref val="3"/>
        </dgm:presLayoutVars>
      </dgm:prSet>
      <dgm:spPr/>
    </dgm:pt>
    <dgm:pt modelId="{0C3740A7-541E-49E6-B467-F495B2F317DC}" type="pres">
      <dgm:prSet presAssocID="{46D3F53D-EE63-493F-9948-5E6EE80B30E8}" presName="level3hierChild" presStyleCnt="0"/>
      <dgm:spPr/>
    </dgm:pt>
    <dgm:pt modelId="{17BDE365-D468-482E-9DC1-CC629C1D3287}" type="pres">
      <dgm:prSet presAssocID="{CAD9A87A-C62D-448D-9969-4DD61CB45530}" presName="conn2-1" presStyleLbl="parChTrans1D3" presStyleIdx="1" presStyleCnt="3"/>
      <dgm:spPr/>
    </dgm:pt>
    <dgm:pt modelId="{0D7D9031-5061-4999-B702-83CCD32F71DF}" type="pres">
      <dgm:prSet presAssocID="{CAD9A87A-C62D-448D-9969-4DD61CB45530}" presName="connTx" presStyleLbl="parChTrans1D3" presStyleIdx="1" presStyleCnt="3"/>
      <dgm:spPr/>
    </dgm:pt>
    <dgm:pt modelId="{79D4289B-B2FE-4550-B426-D89930672515}" type="pres">
      <dgm:prSet presAssocID="{B8E13F7E-CAD8-4792-A28C-EB53DA728F07}" presName="root2" presStyleCnt="0"/>
      <dgm:spPr/>
    </dgm:pt>
    <dgm:pt modelId="{0C27ABD1-2506-4B16-A1CD-C94701A78529}" type="pres">
      <dgm:prSet presAssocID="{B8E13F7E-CAD8-4792-A28C-EB53DA728F07}" presName="LevelTwoTextNode" presStyleLbl="node3" presStyleIdx="1" presStyleCnt="3">
        <dgm:presLayoutVars>
          <dgm:chPref val="3"/>
        </dgm:presLayoutVars>
      </dgm:prSet>
      <dgm:spPr/>
    </dgm:pt>
    <dgm:pt modelId="{0FCEDAA6-E295-4684-97C9-181C99F2B986}" type="pres">
      <dgm:prSet presAssocID="{B8E13F7E-CAD8-4792-A28C-EB53DA728F07}" presName="level3hierChild" presStyleCnt="0"/>
      <dgm:spPr/>
    </dgm:pt>
    <dgm:pt modelId="{FA3AE951-326F-445D-866A-361DB40B4E5A}" type="pres">
      <dgm:prSet presAssocID="{8B897266-1801-4F84-A742-B7C1AFCD11FA}" presName="conn2-1" presStyleLbl="parChTrans1D2" presStyleIdx="1" presStyleCnt="3"/>
      <dgm:spPr/>
    </dgm:pt>
    <dgm:pt modelId="{F399071D-C312-4F61-9249-F15CFD07D167}" type="pres">
      <dgm:prSet presAssocID="{8B897266-1801-4F84-A742-B7C1AFCD11FA}" presName="connTx" presStyleLbl="parChTrans1D2" presStyleIdx="1" presStyleCnt="3"/>
      <dgm:spPr/>
    </dgm:pt>
    <dgm:pt modelId="{731AE23D-E797-4BAA-B546-AAE6176EDE2A}" type="pres">
      <dgm:prSet presAssocID="{A00F755D-9859-41C2-A0C2-7A99CBAD9903}" presName="root2" presStyleCnt="0"/>
      <dgm:spPr/>
    </dgm:pt>
    <dgm:pt modelId="{DB510128-A121-481C-9599-087624576E22}" type="pres">
      <dgm:prSet presAssocID="{A00F755D-9859-41C2-A0C2-7A99CBAD9903}" presName="LevelTwoTextNode" presStyleLbl="node2" presStyleIdx="1" presStyleCnt="3" custLinFactNeighborX="-1454" custLinFactNeighborY="-20079">
        <dgm:presLayoutVars>
          <dgm:chPref val="3"/>
        </dgm:presLayoutVars>
      </dgm:prSet>
      <dgm:spPr/>
    </dgm:pt>
    <dgm:pt modelId="{24662C4C-A3DF-42F3-AE82-432C67F49BC3}" type="pres">
      <dgm:prSet presAssocID="{A00F755D-9859-41C2-A0C2-7A99CBAD9903}" presName="level3hierChild" presStyleCnt="0"/>
      <dgm:spPr/>
    </dgm:pt>
    <dgm:pt modelId="{1F177114-C1EC-4AD4-A84F-DF8BA7F358F5}" type="pres">
      <dgm:prSet presAssocID="{D188183D-944E-4A28-A54D-418EC79457FE}" presName="conn2-1" presStyleLbl="parChTrans1D2" presStyleIdx="2" presStyleCnt="3"/>
      <dgm:spPr/>
    </dgm:pt>
    <dgm:pt modelId="{B4786409-3CC6-4214-A647-7A57CDD270B9}" type="pres">
      <dgm:prSet presAssocID="{D188183D-944E-4A28-A54D-418EC79457FE}" presName="connTx" presStyleLbl="parChTrans1D2" presStyleIdx="2" presStyleCnt="3"/>
      <dgm:spPr/>
    </dgm:pt>
    <dgm:pt modelId="{F60CB506-39D7-46F0-ABB1-C4D186EE1B96}" type="pres">
      <dgm:prSet presAssocID="{D6C44D19-7555-4D1E-9977-C200E88D5AC0}" presName="root2" presStyleCnt="0"/>
      <dgm:spPr/>
    </dgm:pt>
    <dgm:pt modelId="{9D8C5532-7055-47A3-B323-509A696E6FEE}" type="pres">
      <dgm:prSet presAssocID="{D6C44D19-7555-4D1E-9977-C200E88D5AC0}" presName="LevelTwoTextNode" presStyleLbl="node2" presStyleIdx="2" presStyleCnt="3">
        <dgm:presLayoutVars>
          <dgm:chPref val="3"/>
        </dgm:presLayoutVars>
      </dgm:prSet>
      <dgm:spPr/>
    </dgm:pt>
    <dgm:pt modelId="{1147E6A8-D37A-4A93-BFD7-E17B80CA9269}" type="pres">
      <dgm:prSet presAssocID="{D6C44D19-7555-4D1E-9977-C200E88D5AC0}" presName="level3hierChild" presStyleCnt="0"/>
      <dgm:spPr/>
    </dgm:pt>
    <dgm:pt modelId="{C6902C82-3EC5-4C1F-9817-731D681A3937}" type="pres">
      <dgm:prSet presAssocID="{7BEE4A01-D363-45A0-8A34-84143E1F3BB9}" presName="conn2-1" presStyleLbl="parChTrans1D3" presStyleIdx="2" presStyleCnt="3"/>
      <dgm:spPr/>
    </dgm:pt>
    <dgm:pt modelId="{36E4E086-C8F3-414A-9009-B88C0409CC4C}" type="pres">
      <dgm:prSet presAssocID="{7BEE4A01-D363-45A0-8A34-84143E1F3BB9}" presName="connTx" presStyleLbl="parChTrans1D3" presStyleIdx="2" presStyleCnt="3"/>
      <dgm:spPr/>
    </dgm:pt>
    <dgm:pt modelId="{99B64241-B280-4EF0-9A98-21544CFE4AB7}" type="pres">
      <dgm:prSet presAssocID="{6BA8CAFF-7509-445F-8513-3B1FCF4AD63C}" presName="root2" presStyleCnt="0"/>
      <dgm:spPr/>
    </dgm:pt>
    <dgm:pt modelId="{D4012323-D0DF-4B82-8ACB-CA4E7D257002}" type="pres">
      <dgm:prSet presAssocID="{6BA8CAFF-7509-445F-8513-3B1FCF4AD63C}" presName="LevelTwoTextNode" presStyleLbl="node3" presStyleIdx="2" presStyleCnt="3" custScaleX="160604">
        <dgm:presLayoutVars>
          <dgm:chPref val="3"/>
        </dgm:presLayoutVars>
      </dgm:prSet>
      <dgm:spPr/>
    </dgm:pt>
    <dgm:pt modelId="{89DD9127-293B-4F42-9DFF-084D4117732B}" type="pres">
      <dgm:prSet presAssocID="{6BA8CAFF-7509-445F-8513-3B1FCF4AD63C}" presName="level3hierChild" presStyleCnt="0"/>
      <dgm:spPr/>
    </dgm:pt>
  </dgm:ptLst>
  <dgm:cxnLst>
    <dgm:cxn modelId="{FF750406-182C-400A-81E0-3802AAA501F1}" type="presOf" srcId="{A00F755D-9859-41C2-A0C2-7A99CBAD9903}" destId="{DB510128-A121-481C-9599-087624576E22}" srcOrd="0" destOrd="0" presId="urn:microsoft.com/office/officeart/2005/8/layout/hierarchy2"/>
    <dgm:cxn modelId="{2299C30A-ECA7-4CA8-A90E-D0016B1F306E}" srcId="{F397D2B1-53A9-42DA-88FC-A0F1B9095617}" destId="{46D3F53D-EE63-493F-9948-5E6EE80B30E8}" srcOrd="0" destOrd="0" parTransId="{AE3EE250-45F2-4954-99C3-698276D6B2E7}" sibTransId="{BA9E1606-AE98-4D31-8755-87EFF0BB5F25}"/>
    <dgm:cxn modelId="{00C5150E-33BA-4143-B51B-E8A44A4F00BD}" type="presOf" srcId="{CAD9A87A-C62D-448D-9969-4DD61CB45530}" destId="{0D7D9031-5061-4999-B702-83CCD32F71DF}" srcOrd="1" destOrd="0" presId="urn:microsoft.com/office/officeart/2005/8/layout/hierarchy2"/>
    <dgm:cxn modelId="{23380013-70EB-41B1-9ADE-4B90F260D31D}" type="presOf" srcId="{9878A015-89A5-4565-B52F-0244DE60EFAC}" destId="{CF031BD9-9A8A-4EA3-8AF0-84EA50F51388}" srcOrd="0" destOrd="0" presId="urn:microsoft.com/office/officeart/2005/8/layout/hierarchy2"/>
    <dgm:cxn modelId="{5DAF1624-4002-417A-B21F-625A5D3502CB}" type="presOf" srcId="{0F8F9A68-1D7A-4297-BE07-134258A75596}" destId="{A6F9DAC6-4F52-4C3E-AE7C-A80079C886D2}" srcOrd="1" destOrd="0" presId="urn:microsoft.com/office/officeart/2005/8/layout/hierarchy2"/>
    <dgm:cxn modelId="{7F1DC928-0C2F-4B58-952D-13D38057C1F2}" srcId="{CC3BC328-9BA7-44DE-95CA-6D527E775F6D}" destId="{9878A015-89A5-4565-B52F-0244DE60EFAC}" srcOrd="0" destOrd="0" parTransId="{9B6BC68B-E140-44F1-9D83-5A78770A9A29}" sibTransId="{A22EA697-DF94-46BC-AC6A-A8FF842511F8}"/>
    <dgm:cxn modelId="{FC93F92F-E14C-43D1-9850-E0EF613D1B0C}" type="presOf" srcId="{D188183D-944E-4A28-A54D-418EC79457FE}" destId="{B4786409-3CC6-4214-A647-7A57CDD270B9}" srcOrd="1" destOrd="0" presId="urn:microsoft.com/office/officeart/2005/8/layout/hierarchy2"/>
    <dgm:cxn modelId="{A6845E36-3089-4755-BCAD-49B4F0FC8C79}" type="presOf" srcId="{B8E13F7E-CAD8-4792-A28C-EB53DA728F07}" destId="{0C27ABD1-2506-4B16-A1CD-C94701A78529}" srcOrd="0" destOrd="0" presId="urn:microsoft.com/office/officeart/2005/8/layout/hierarchy2"/>
    <dgm:cxn modelId="{D8919D6D-B0A6-4194-A092-6C52BD3CA170}" type="presOf" srcId="{7BEE4A01-D363-45A0-8A34-84143E1F3BB9}" destId="{C6902C82-3EC5-4C1F-9817-731D681A3937}" srcOrd="0" destOrd="0" presId="urn:microsoft.com/office/officeart/2005/8/layout/hierarchy2"/>
    <dgm:cxn modelId="{43C01250-2F98-4F29-8A57-B3681AEF2FF2}" type="presOf" srcId="{8B897266-1801-4F84-A742-B7C1AFCD11FA}" destId="{FA3AE951-326F-445D-866A-361DB40B4E5A}" srcOrd="0" destOrd="0" presId="urn:microsoft.com/office/officeart/2005/8/layout/hierarchy2"/>
    <dgm:cxn modelId="{149E6F53-5B32-4E5B-BDC8-BBCB0D78CCC0}" type="presOf" srcId="{AE3EE250-45F2-4954-99C3-698276D6B2E7}" destId="{137547AC-AE47-4EBF-9655-BBA2A78DD35B}" srcOrd="1" destOrd="0" presId="urn:microsoft.com/office/officeart/2005/8/layout/hierarchy2"/>
    <dgm:cxn modelId="{11B95F76-07EA-47EF-9E57-66BB1882E16A}" type="presOf" srcId="{D188183D-944E-4A28-A54D-418EC79457FE}" destId="{1F177114-C1EC-4AD4-A84F-DF8BA7F358F5}" srcOrd="0" destOrd="0" presId="urn:microsoft.com/office/officeart/2005/8/layout/hierarchy2"/>
    <dgm:cxn modelId="{127F8557-F88A-43E1-9413-33DFFD443B2C}" type="presOf" srcId="{CAD9A87A-C62D-448D-9969-4DD61CB45530}" destId="{17BDE365-D468-482E-9DC1-CC629C1D3287}" srcOrd="0" destOrd="0" presId="urn:microsoft.com/office/officeart/2005/8/layout/hierarchy2"/>
    <dgm:cxn modelId="{ACABBD58-281F-4308-B579-ADAEFB1E460B}" type="presOf" srcId="{46D3F53D-EE63-493F-9948-5E6EE80B30E8}" destId="{D5F24C7A-A3B5-4BB5-A6C9-99FD16797093}" srcOrd="0" destOrd="0" presId="urn:microsoft.com/office/officeart/2005/8/layout/hierarchy2"/>
    <dgm:cxn modelId="{4E37927B-CA77-4579-B29D-E6FD8EF6AD0F}" type="presOf" srcId="{6BA8CAFF-7509-445F-8513-3B1FCF4AD63C}" destId="{D4012323-D0DF-4B82-8ACB-CA4E7D257002}" srcOrd="0" destOrd="0" presId="urn:microsoft.com/office/officeart/2005/8/layout/hierarchy2"/>
    <dgm:cxn modelId="{34AA767F-FB53-48AE-B99A-5C103A7258A4}" srcId="{9878A015-89A5-4565-B52F-0244DE60EFAC}" destId="{A00F755D-9859-41C2-A0C2-7A99CBAD9903}" srcOrd="1" destOrd="0" parTransId="{8B897266-1801-4F84-A742-B7C1AFCD11FA}" sibTransId="{67992D01-5E76-4104-A53E-7D549C5DE6FB}"/>
    <dgm:cxn modelId="{B2C114BA-418A-4FD7-B587-828534A9207E}" type="presOf" srcId="{CC3BC328-9BA7-44DE-95CA-6D527E775F6D}" destId="{D94298F5-FA5B-4B85-ABFC-7A9C73DE21C6}" srcOrd="0" destOrd="0" presId="urn:microsoft.com/office/officeart/2005/8/layout/hierarchy2"/>
    <dgm:cxn modelId="{499883C0-F411-4077-BDB0-A6A752DCB9DD}" type="presOf" srcId="{7BEE4A01-D363-45A0-8A34-84143E1F3BB9}" destId="{36E4E086-C8F3-414A-9009-B88C0409CC4C}" srcOrd="1" destOrd="0" presId="urn:microsoft.com/office/officeart/2005/8/layout/hierarchy2"/>
    <dgm:cxn modelId="{83F44BC4-DFF1-444D-A01E-AD851FF0A5B4}" type="presOf" srcId="{AE3EE250-45F2-4954-99C3-698276D6B2E7}" destId="{FDA69548-23AA-4AFF-8103-6BEADED185D2}" srcOrd="0" destOrd="0" presId="urn:microsoft.com/office/officeart/2005/8/layout/hierarchy2"/>
    <dgm:cxn modelId="{FF7137D4-E72A-4F55-B328-4F8CAFAE0FAA}" srcId="{F397D2B1-53A9-42DA-88FC-A0F1B9095617}" destId="{B8E13F7E-CAD8-4792-A28C-EB53DA728F07}" srcOrd="1" destOrd="0" parTransId="{CAD9A87A-C62D-448D-9969-4DD61CB45530}" sibTransId="{E83D351C-751E-442A-9C6E-4EAD8A6403F7}"/>
    <dgm:cxn modelId="{A81892D9-7530-43C8-9654-6AD97745D509}" srcId="{D6C44D19-7555-4D1E-9977-C200E88D5AC0}" destId="{6BA8CAFF-7509-445F-8513-3B1FCF4AD63C}" srcOrd="0" destOrd="0" parTransId="{7BEE4A01-D363-45A0-8A34-84143E1F3BB9}" sibTransId="{215EE347-D3F7-4ADD-A6FD-ADEB3E2CCBFC}"/>
    <dgm:cxn modelId="{DDFB2ADF-EF60-4B53-9F63-7F77D2804FEE}" srcId="{9878A015-89A5-4565-B52F-0244DE60EFAC}" destId="{D6C44D19-7555-4D1E-9977-C200E88D5AC0}" srcOrd="2" destOrd="0" parTransId="{D188183D-944E-4A28-A54D-418EC79457FE}" sibTransId="{A67DA979-A813-499C-B007-18C67296C664}"/>
    <dgm:cxn modelId="{9C4E03E6-2623-4B86-ABF4-C83A505A08A9}" type="presOf" srcId="{D6C44D19-7555-4D1E-9977-C200E88D5AC0}" destId="{9D8C5532-7055-47A3-B323-509A696E6FEE}" srcOrd="0" destOrd="0" presId="urn:microsoft.com/office/officeart/2005/8/layout/hierarchy2"/>
    <dgm:cxn modelId="{CEC48EF0-ADC0-4C36-B0E9-E13DF31E5A59}" srcId="{9878A015-89A5-4565-B52F-0244DE60EFAC}" destId="{F397D2B1-53A9-42DA-88FC-A0F1B9095617}" srcOrd="0" destOrd="0" parTransId="{0F8F9A68-1D7A-4297-BE07-134258A75596}" sibTransId="{6AC2E58C-6154-432E-B27F-B946DC6B09F6}"/>
    <dgm:cxn modelId="{C72BBAFB-9AEB-4993-A50E-C6B07D137E4E}" type="presOf" srcId="{F397D2B1-53A9-42DA-88FC-A0F1B9095617}" destId="{0DBCDD93-5C8A-40C0-A590-096575206A40}" srcOrd="0" destOrd="0" presId="urn:microsoft.com/office/officeart/2005/8/layout/hierarchy2"/>
    <dgm:cxn modelId="{E15117FE-D4D5-4AD2-818C-909C32080587}" type="presOf" srcId="{8B897266-1801-4F84-A742-B7C1AFCD11FA}" destId="{F399071D-C312-4F61-9249-F15CFD07D167}" srcOrd="1" destOrd="0" presId="urn:microsoft.com/office/officeart/2005/8/layout/hierarchy2"/>
    <dgm:cxn modelId="{F51883FE-9983-4E48-8FA5-50C964CC323A}" type="presOf" srcId="{0F8F9A68-1D7A-4297-BE07-134258A75596}" destId="{7A1C7285-9A7B-426C-8231-548FEFDA68F6}" srcOrd="0" destOrd="0" presId="urn:microsoft.com/office/officeart/2005/8/layout/hierarchy2"/>
    <dgm:cxn modelId="{8FE741F0-4699-4BFB-BFA2-336E6F4EF54A}" type="presParOf" srcId="{D94298F5-FA5B-4B85-ABFC-7A9C73DE21C6}" destId="{7DA832EE-852A-418D-A64D-566494136DF9}" srcOrd="0" destOrd="0" presId="urn:microsoft.com/office/officeart/2005/8/layout/hierarchy2"/>
    <dgm:cxn modelId="{6225C61C-1433-4BBE-A9F9-07616B451F48}" type="presParOf" srcId="{7DA832EE-852A-418D-A64D-566494136DF9}" destId="{CF031BD9-9A8A-4EA3-8AF0-84EA50F51388}" srcOrd="0" destOrd="0" presId="urn:microsoft.com/office/officeart/2005/8/layout/hierarchy2"/>
    <dgm:cxn modelId="{29B79BEE-5F94-43DE-8976-64448128D000}" type="presParOf" srcId="{7DA832EE-852A-418D-A64D-566494136DF9}" destId="{C6C1987C-C2C5-4C3E-B90B-A0BAF93E47A1}" srcOrd="1" destOrd="0" presId="urn:microsoft.com/office/officeart/2005/8/layout/hierarchy2"/>
    <dgm:cxn modelId="{7A635323-1DCC-4BB7-9932-C9ABEA477876}" type="presParOf" srcId="{C6C1987C-C2C5-4C3E-B90B-A0BAF93E47A1}" destId="{7A1C7285-9A7B-426C-8231-548FEFDA68F6}" srcOrd="0" destOrd="0" presId="urn:microsoft.com/office/officeart/2005/8/layout/hierarchy2"/>
    <dgm:cxn modelId="{7886A910-868A-47DF-961F-CD4C8ECE3D5C}" type="presParOf" srcId="{7A1C7285-9A7B-426C-8231-548FEFDA68F6}" destId="{A6F9DAC6-4F52-4C3E-AE7C-A80079C886D2}" srcOrd="0" destOrd="0" presId="urn:microsoft.com/office/officeart/2005/8/layout/hierarchy2"/>
    <dgm:cxn modelId="{5CECF2A6-DC19-47CB-82C5-9A1C8EF4268E}" type="presParOf" srcId="{C6C1987C-C2C5-4C3E-B90B-A0BAF93E47A1}" destId="{D7ED8A96-0CA7-452B-BC26-83E04FE95779}" srcOrd="1" destOrd="0" presId="urn:microsoft.com/office/officeart/2005/8/layout/hierarchy2"/>
    <dgm:cxn modelId="{F06D0A8C-44F8-4440-B275-3B05E1319D11}" type="presParOf" srcId="{D7ED8A96-0CA7-452B-BC26-83E04FE95779}" destId="{0DBCDD93-5C8A-40C0-A590-096575206A40}" srcOrd="0" destOrd="0" presId="urn:microsoft.com/office/officeart/2005/8/layout/hierarchy2"/>
    <dgm:cxn modelId="{C0538B26-0756-4452-8F09-7DE30EE56FF3}" type="presParOf" srcId="{D7ED8A96-0CA7-452B-BC26-83E04FE95779}" destId="{8BB3BE2F-C7FC-44E6-8413-63A56DC8EBFF}" srcOrd="1" destOrd="0" presId="urn:microsoft.com/office/officeart/2005/8/layout/hierarchy2"/>
    <dgm:cxn modelId="{B4D62414-58DF-48C6-A739-963CFD42A605}" type="presParOf" srcId="{8BB3BE2F-C7FC-44E6-8413-63A56DC8EBFF}" destId="{FDA69548-23AA-4AFF-8103-6BEADED185D2}" srcOrd="0" destOrd="0" presId="urn:microsoft.com/office/officeart/2005/8/layout/hierarchy2"/>
    <dgm:cxn modelId="{416CCD09-5A08-4F53-98AF-2A45835ADFD5}" type="presParOf" srcId="{FDA69548-23AA-4AFF-8103-6BEADED185D2}" destId="{137547AC-AE47-4EBF-9655-BBA2A78DD35B}" srcOrd="0" destOrd="0" presId="urn:microsoft.com/office/officeart/2005/8/layout/hierarchy2"/>
    <dgm:cxn modelId="{39402773-67A3-442C-9EAE-E7A7E6F245AD}" type="presParOf" srcId="{8BB3BE2F-C7FC-44E6-8413-63A56DC8EBFF}" destId="{037342FB-4AB6-44D0-95B4-4CF2C1910EDE}" srcOrd="1" destOrd="0" presId="urn:microsoft.com/office/officeart/2005/8/layout/hierarchy2"/>
    <dgm:cxn modelId="{83A6C002-87D5-4336-9ECE-205652EFBCC4}" type="presParOf" srcId="{037342FB-4AB6-44D0-95B4-4CF2C1910EDE}" destId="{D5F24C7A-A3B5-4BB5-A6C9-99FD16797093}" srcOrd="0" destOrd="0" presId="urn:microsoft.com/office/officeart/2005/8/layout/hierarchy2"/>
    <dgm:cxn modelId="{3B4F6AB3-9AF5-4988-9C44-01B03EC6F771}" type="presParOf" srcId="{037342FB-4AB6-44D0-95B4-4CF2C1910EDE}" destId="{0C3740A7-541E-49E6-B467-F495B2F317DC}" srcOrd="1" destOrd="0" presId="urn:microsoft.com/office/officeart/2005/8/layout/hierarchy2"/>
    <dgm:cxn modelId="{840AFC98-05E8-416A-B74A-EF5D9A2B89DF}" type="presParOf" srcId="{8BB3BE2F-C7FC-44E6-8413-63A56DC8EBFF}" destId="{17BDE365-D468-482E-9DC1-CC629C1D3287}" srcOrd="2" destOrd="0" presId="urn:microsoft.com/office/officeart/2005/8/layout/hierarchy2"/>
    <dgm:cxn modelId="{7F3B99BD-57D6-4CED-A6B9-CEDC248AA7C3}" type="presParOf" srcId="{17BDE365-D468-482E-9DC1-CC629C1D3287}" destId="{0D7D9031-5061-4999-B702-83CCD32F71DF}" srcOrd="0" destOrd="0" presId="urn:microsoft.com/office/officeart/2005/8/layout/hierarchy2"/>
    <dgm:cxn modelId="{719FCA75-E7DE-447F-9970-2E6A40A00E4E}" type="presParOf" srcId="{8BB3BE2F-C7FC-44E6-8413-63A56DC8EBFF}" destId="{79D4289B-B2FE-4550-B426-D89930672515}" srcOrd="3" destOrd="0" presId="urn:microsoft.com/office/officeart/2005/8/layout/hierarchy2"/>
    <dgm:cxn modelId="{432C0246-40D3-4201-A8B5-E39D33DF6957}" type="presParOf" srcId="{79D4289B-B2FE-4550-B426-D89930672515}" destId="{0C27ABD1-2506-4B16-A1CD-C94701A78529}" srcOrd="0" destOrd="0" presId="urn:microsoft.com/office/officeart/2005/8/layout/hierarchy2"/>
    <dgm:cxn modelId="{AB7EF335-3B91-4357-B224-AB6F60E9A224}" type="presParOf" srcId="{79D4289B-B2FE-4550-B426-D89930672515}" destId="{0FCEDAA6-E295-4684-97C9-181C99F2B986}" srcOrd="1" destOrd="0" presId="urn:microsoft.com/office/officeart/2005/8/layout/hierarchy2"/>
    <dgm:cxn modelId="{41465EA0-F6EF-4C11-843D-EA1BD42D95F6}" type="presParOf" srcId="{C6C1987C-C2C5-4C3E-B90B-A0BAF93E47A1}" destId="{FA3AE951-326F-445D-866A-361DB40B4E5A}" srcOrd="2" destOrd="0" presId="urn:microsoft.com/office/officeart/2005/8/layout/hierarchy2"/>
    <dgm:cxn modelId="{D2B2AB8E-7A8F-404C-8E0E-C28620653FC2}" type="presParOf" srcId="{FA3AE951-326F-445D-866A-361DB40B4E5A}" destId="{F399071D-C312-4F61-9249-F15CFD07D167}" srcOrd="0" destOrd="0" presId="urn:microsoft.com/office/officeart/2005/8/layout/hierarchy2"/>
    <dgm:cxn modelId="{EE29DDB1-AAC7-4720-822A-DED6F235D69C}" type="presParOf" srcId="{C6C1987C-C2C5-4C3E-B90B-A0BAF93E47A1}" destId="{731AE23D-E797-4BAA-B546-AAE6176EDE2A}" srcOrd="3" destOrd="0" presId="urn:microsoft.com/office/officeart/2005/8/layout/hierarchy2"/>
    <dgm:cxn modelId="{F8F0BEF0-7B90-473F-8A55-4FD3C47F08EF}" type="presParOf" srcId="{731AE23D-E797-4BAA-B546-AAE6176EDE2A}" destId="{DB510128-A121-481C-9599-087624576E22}" srcOrd="0" destOrd="0" presId="urn:microsoft.com/office/officeart/2005/8/layout/hierarchy2"/>
    <dgm:cxn modelId="{5BDDF7F1-F9D4-4502-9E4E-A675E44334C7}" type="presParOf" srcId="{731AE23D-E797-4BAA-B546-AAE6176EDE2A}" destId="{24662C4C-A3DF-42F3-AE82-432C67F49BC3}" srcOrd="1" destOrd="0" presId="urn:microsoft.com/office/officeart/2005/8/layout/hierarchy2"/>
    <dgm:cxn modelId="{30B88956-832B-480A-8F17-E07E9F1E3B20}" type="presParOf" srcId="{C6C1987C-C2C5-4C3E-B90B-A0BAF93E47A1}" destId="{1F177114-C1EC-4AD4-A84F-DF8BA7F358F5}" srcOrd="4" destOrd="0" presId="urn:microsoft.com/office/officeart/2005/8/layout/hierarchy2"/>
    <dgm:cxn modelId="{11854D0B-BE22-4AF9-93F3-CFA42E0D0A4B}" type="presParOf" srcId="{1F177114-C1EC-4AD4-A84F-DF8BA7F358F5}" destId="{B4786409-3CC6-4214-A647-7A57CDD270B9}" srcOrd="0" destOrd="0" presId="urn:microsoft.com/office/officeart/2005/8/layout/hierarchy2"/>
    <dgm:cxn modelId="{5C189052-50C1-408F-980C-F19FF9161484}" type="presParOf" srcId="{C6C1987C-C2C5-4C3E-B90B-A0BAF93E47A1}" destId="{F60CB506-39D7-46F0-ABB1-C4D186EE1B96}" srcOrd="5" destOrd="0" presId="urn:microsoft.com/office/officeart/2005/8/layout/hierarchy2"/>
    <dgm:cxn modelId="{A2E89B77-5170-4F1B-ADD5-D178A35511D8}" type="presParOf" srcId="{F60CB506-39D7-46F0-ABB1-C4D186EE1B96}" destId="{9D8C5532-7055-47A3-B323-509A696E6FEE}" srcOrd="0" destOrd="0" presId="urn:microsoft.com/office/officeart/2005/8/layout/hierarchy2"/>
    <dgm:cxn modelId="{9D85D495-0EBE-434F-B4F2-9212FC19EAF0}" type="presParOf" srcId="{F60CB506-39D7-46F0-ABB1-C4D186EE1B96}" destId="{1147E6A8-D37A-4A93-BFD7-E17B80CA9269}" srcOrd="1" destOrd="0" presId="urn:microsoft.com/office/officeart/2005/8/layout/hierarchy2"/>
    <dgm:cxn modelId="{6FA56A95-BAF0-424F-8C9F-8A7696702C25}" type="presParOf" srcId="{1147E6A8-D37A-4A93-BFD7-E17B80CA9269}" destId="{C6902C82-3EC5-4C1F-9817-731D681A3937}" srcOrd="0" destOrd="0" presId="urn:microsoft.com/office/officeart/2005/8/layout/hierarchy2"/>
    <dgm:cxn modelId="{A8CC7AB4-82E6-473E-8BC9-3141AAC86FC6}" type="presParOf" srcId="{C6902C82-3EC5-4C1F-9817-731D681A3937}" destId="{36E4E086-C8F3-414A-9009-B88C0409CC4C}" srcOrd="0" destOrd="0" presId="urn:microsoft.com/office/officeart/2005/8/layout/hierarchy2"/>
    <dgm:cxn modelId="{478CA06D-8841-432D-9580-078F0F045D47}" type="presParOf" srcId="{1147E6A8-D37A-4A93-BFD7-E17B80CA9269}" destId="{99B64241-B280-4EF0-9A98-21544CFE4AB7}" srcOrd="1" destOrd="0" presId="urn:microsoft.com/office/officeart/2005/8/layout/hierarchy2"/>
    <dgm:cxn modelId="{7287BD7C-5986-47D0-9722-A086229B280D}" type="presParOf" srcId="{99B64241-B280-4EF0-9A98-21544CFE4AB7}" destId="{D4012323-D0DF-4B82-8ACB-CA4E7D257002}" srcOrd="0" destOrd="0" presId="urn:microsoft.com/office/officeart/2005/8/layout/hierarchy2"/>
    <dgm:cxn modelId="{FF9B796E-AFD7-484C-979C-EE1D4DCD764F}" type="presParOf" srcId="{99B64241-B280-4EF0-9A98-21544CFE4AB7}" destId="{89DD9127-293B-4F42-9DFF-084D4117732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A37CA0-3D17-4080-AEB5-88EB5AE361E3}">
      <dsp:nvSpPr>
        <dsp:cNvPr id="0" name=""/>
        <dsp:cNvSpPr/>
      </dsp:nvSpPr>
      <dsp:spPr>
        <a:xfrm>
          <a:off x="7143" y="1888620"/>
          <a:ext cx="2135187" cy="16414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게임 시작</a:t>
          </a:r>
        </a:p>
      </dsp:txBody>
      <dsp:txXfrm>
        <a:off x="55219" y="1936696"/>
        <a:ext cx="2039035" cy="1545273"/>
      </dsp:txXfrm>
    </dsp:sp>
    <dsp:sp modelId="{DFD63FE1-83B2-4898-A891-3DABC15A132F}">
      <dsp:nvSpPr>
        <dsp:cNvPr id="0" name=""/>
        <dsp:cNvSpPr/>
      </dsp:nvSpPr>
      <dsp:spPr>
        <a:xfrm rot="30786">
          <a:off x="2334336" y="2457673"/>
          <a:ext cx="407084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2334338" y="2563031"/>
        <a:ext cx="284959" cy="317716"/>
      </dsp:txXfrm>
    </dsp:sp>
    <dsp:sp modelId="{1A3407C0-7D86-401F-AAEF-B7F5353A69C4}">
      <dsp:nvSpPr>
        <dsp:cNvPr id="0" name=""/>
        <dsp:cNvSpPr/>
      </dsp:nvSpPr>
      <dsp:spPr>
        <a:xfrm>
          <a:off x="2910383" y="1914620"/>
          <a:ext cx="2135187" cy="16414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3200" kern="1200" dirty="0"/>
            <a:t>모드 선택</a:t>
          </a:r>
        </a:p>
      </dsp:txBody>
      <dsp:txXfrm>
        <a:off x="2958459" y="1962696"/>
        <a:ext cx="2039035" cy="1545273"/>
      </dsp:txXfrm>
    </dsp:sp>
    <dsp:sp modelId="{C5EDF6EA-7873-4A45-8687-478FDC96277A}">
      <dsp:nvSpPr>
        <dsp:cNvPr id="0" name=""/>
        <dsp:cNvSpPr/>
      </dsp:nvSpPr>
      <dsp:spPr>
        <a:xfrm rot="21570936">
          <a:off x="5280586" y="2457451"/>
          <a:ext cx="498269" cy="5295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1400" kern="1200"/>
        </a:p>
      </dsp:txBody>
      <dsp:txXfrm>
        <a:off x="5280589" y="2563988"/>
        <a:ext cx="348788" cy="317716"/>
      </dsp:txXfrm>
    </dsp:sp>
    <dsp:sp modelId="{3E964536-CD2C-4441-81C2-A2A759F0F91E}">
      <dsp:nvSpPr>
        <dsp:cNvPr id="0" name=""/>
        <dsp:cNvSpPr/>
      </dsp:nvSpPr>
      <dsp:spPr>
        <a:xfrm>
          <a:off x="5985668" y="1888620"/>
          <a:ext cx="2135187" cy="16414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 err="1"/>
            <a:t>댄스곡</a:t>
          </a:r>
          <a:endParaRPr lang="en-US" altLang="ko-KR" sz="1800" kern="1200" dirty="0"/>
        </a:p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kern="1200" dirty="0"/>
            <a:t>(</a:t>
          </a:r>
          <a:r>
            <a:rPr lang="ko-KR" altLang="en-US" sz="1800" kern="1200" dirty="0"/>
            <a:t>기본</a:t>
          </a:r>
          <a:r>
            <a:rPr lang="en-US" altLang="ko-KR" sz="1800" kern="1200" dirty="0"/>
            <a:t>/</a:t>
          </a:r>
          <a:r>
            <a:rPr lang="ko-KR" altLang="en-US" sz="1800" kern="1200" dirty="0"/>
            <a:t>창작</a:t>
          </a:r>
          <a:r>
            <a:rPr lang="en-US" altLang="ko-KR" sz="1800" kern="1200" dirty="0"/>
            <a:t>)</a:t>
          </a:r>
          <a:r>
            <a:rPr lang="ko-KR" altLang="en-US" sz="1800" kern="1200" dirty="0"/>
            <a:t> </a:t>
          </a:r>
          <a:endParaRPr lang="en-US" altLang="ko-KR" sz="1800" kern="1200" dirty="0"/>
        </a:p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고르기</a:t>
          </a:r>
        </a:p>
      </dsp:txBody>
      <dsp:txXfrm>
        <a:off x="6033744" y="1936696"/>
        <a:ext cx="2039035" cy="15452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FEC87-818B-48BA-B5A7-D03E34306438}">
      <dsp:nvSpPr>
        <dsp:cNvPr id="0" name=""/>
        <dsp:cNvSpPr/>
      </dsp:nvSpPr>
      <dsp:spPr>
        <a:xfrm>
          <a:off x="1472191" y="178789"/>
          <a:ext cx="3548284" cy="1232272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2F14DE-E48E-4680-97BE-D9DBFBD3D60F}">
      <dsp:nvSpPr>
        <dsp:cNvPr id="0" name=""/>
        <dsp:cNvSpPr/>
      </dsp:nvSpPr>
      <dsp:spPr>
        <a:xfrm>
          <a:off x="2908008" y="3196206"/>
          <a:ext cx="687652" cy="440097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591F65-ADC9-41BB-A381-4CC199B6062C}">
      <dsp:nvSpPr>
        <dsp:cNvPr id="0" name=""/>
        <dsp:cNvSpPr/>
      </dsp:nvSpPr>
      <dsp:spPr>
        <a:xfrm>
          <a:off x="1601470" y="3548284"/>
          <a:ext cx="3300729" cy="8251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300" kern="1200" dirty="0"/>
            <a:t>게임 스토리텔링</a:t>
          </a:r>
        </a:p>
      </dsp:txBody>
      <dsp:txXfrm>
        <a:off x="1601470" y="3548284"/>
        <a:ext cx="3300729" cy="825182"/>
      </dsp:txXfrm>
    </dsp:sp>
    <dsp:sp modelId="{17E0F9A7-961D-4F9C-BE3E-320313948DB1}">
      <dsp:nvSpPr>
        <dsp:cNvPr id="0" name=""/>
        <dsp:cNvSpPr/>
      </dsp:nvSpPr>
      <dsp:spPr>
        <a:xfrm>
          <a:off x="2762226" y="1506233"/>
          <a:ext cx="1237773" cy="12377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100" kern="1200" dirty="0"/>
            <a:t>인터렉티브 요소</a:t>
          </a:r>
        </a:p>
      </dsp:txBody>
      <dsp:txXfrm>
        <a:off x="2943494" y="1687501"/>
        <a:ext cx="875237" cy="875237"/>
      </dsp:txXfrm>
    </dsp:sp>
    <dsp:sp modelId="{08489C3F-9BCC-48EA-8457-542752044966}">
      <dsp:nvSpPr>
        <dsp:cNvPr id="0" name=""/>
        <dsp:cNvSpPr/>
      </dsp:nvSpPr>
      <dsp:spPr>
        <a:xfrm>
          <a:off x="1876530" y="577627"/>
          <a:ext cx="1237773" cy="12377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100" kern="1200" dirty="0"/>
            <a:t>플롯</a:t>
          </a:r>
        </a:p>
      </dsp:txBody>
      <dsp:txXfrm>
        <a:off x="2057798" y="758895"/>
        <a:ext cx="875237" cy="875237"/>
      </dsp:txXfrm>
    </dsp:sp>
    <dsp:sp modelId="{6B3AD59E-09FF-4992-9391-1633A72DA398}">
      <dsp:nvSpPr>
        <dsp:cNvPr id="0" name=""/>
        <dsp:cNvSpPr/>
      </dsp:nvSpPr>
      <dsp:spPr>
        <a:xfrm>
          <a:off x="3141810" y="278361"/>
          <a:ext cx="1237773" cy="12377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100" kern="1200" dirty="0"/>
            <a:t>캐릭터</a:t>
          </a:r>
        </a:p>
      </dsp:txBody>
      <dsp:txXfrm>
        <a:off x="3323078" y="459629"/>
        <a:ext cx="875237" cy="875237"/>
      </dsp:txXfrm>
    </dsp:sp>
    <dsp:sp modelId="{8ED74DFC-75DF-40F1-92D8-2D01955B65C1}">
      <dsp:nvSpPr>
        <dsp:cNvPr id="0" name=""/>
        <dsp:cNvSpPr/>
      </dsp:nvSpPr>
      <dsp:spPr>
        <a:xfrm>
          <a:off x="1326409" y="27506"/>
          <a:ext cx="3850851" cy="3080681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63A94B-22EB-412C-8D84-CD1E52EAC430}">
      <dsp:nvSpPr>
        <dsp:cNvPr id="0" name=""/>
        <dsp:cNvSpPr/>
      </dsp:nvSpPr>
      <dsp:spPr>
        <a:xfrm>
          <a:off x="2303462" y="1860944"/>
          <a:ext cx="1629716" cy="2828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421"/>
              </a:lnTo>
              <a:lnTo>
                <a:pt x="1629716" y="141421"/>
              </a:lnTo>
              <a:lnTo>
                <a:pt x="1629716" y="2828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DE5A7C-1A3C-4E17-A1E9-9E04F5750CDD}">
      <dsp:nvSpPr>
        <dsp:cNvPr id="0" name=""/>
        <dsp:cNvSpPr/>
      </dsp:nvSpPr>
      <dsp:spPr>
        <a:xfrm>
          <a:off x="2257742" y="1860944"/>
          <a:ext cx="91440" cy="28284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28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7517FD-1EB9-41C7-8101-AD476EFDE428}">
      <dsp:nvSpPr>
        <dsp:cNvPr id="0" name=""/>
        <dsp:cNvSpPr/>
      </dsp:nvSpPr>
      <dsp:spPr>
        <a:xfrm>
          <a:off x="673745" y="1860944"/>
          <a:ext cx="1629716" cy="282843"/>
        </a:xfrm>
        <a:custGeom>
          <a:avLst/>
          <a:gdLst/>
          <a:ahLst/>
          <a:cxnLst/>
          <a:rect l="0" t="0" r="0" b="0"/>
          <a:pathLst>
            <a:path>
              <a:moveTo>
                <a:pt x="1629716" y="0"/>
              </a:moveTo>
              <a:lnTo>
                <a:pt x="1629716" y="141421"/>
              </a:lnTo>
              <a:lnTo>
                <a:pt x="0" y="141421"/>
              </a:lnTo>
              <a:lnTo>
                <a:pt x="0" y="28284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D0B381-3ED6-488E-8543-E1815C1A941F}">
      <dsp:nvSpPr>
        <dsp:cNvPr id="0" name=""/>
        <dsp:cNvSpPr/>
      </dsp:nvSpPr>
      <dsp:spPr>
        <a:xfrm>
          <a:off x="1630025" y="1187508"/>
          <a:ext cx="1346873" cy="6734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/>
            <a:t>플롯</a:t>
          </a:r>
        </a:p>
      </dsp:txBody>
      <dsp:txXfrm>
        <a:off x="1630025" y="1187508"/>
        <a:ext cx="1346873" cy="673436"/>
      </dsp:txXfrm>
    </dsp:sp>
    <dsp:sp modelId="{38FE7976-37E0-4834-A4DC-05AFC73E1691}">
      <dsp:nvSpPr>
        <dsp:cNvPr id="0" name=""/>
        <dsp:cNvSpPr/>
      </dsp:nvSpPr>
      <dsp:spPr>
        <a:xfrm>
          <a:off x="309" y="2143788"/>
          <a:ext cx="1346873" cy="6734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/>
            <a:t>갈등</a:t>
          </a:r>
        </a:p>
      </dsp:txBody>
      <dsp:txXfrm>
        <a:off x="309" y="2143788"/>
        <a:ext cx="1346873" cy="673436"/>
      </dsp:txXfrm>
    </dsp:sp>
    <dsp:sp modelId="{CF1707ED-A576-4666-91C1-C254D9416859}">
      <dsp:nvSpPr>
        <dsp:cNvPr id="0" name=""/>
        <dsp:cNvSpPr/>
      </dsp:nvSpPr>
      <dsp:spPr>
        <a:xfrm>
          <a:off x="1630025" y="2143788"/>
          <a:ext cx="1346873" cy="6734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/>
            <a:t>기승전결</a:t>
          </a:r>
          <a:endParaRPr lang="en-US" altLang="ko-KR" sz="1300" kern="1200" dirty="0"/>
        </a:p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300" kern="1200" dirty="0"/>
            <a:t>(</a:t>
          </a:r>
          <a:r>
            <a:rPr lang="ko-KR" altLang="en-US" sz="1300" kern="1200" dirty="0"/>
            <a:t>강약조절</a:t>
          </a:r>
          <a:r>
            <a:rPr lang="en-US" altLang="ko-KR" sz="1300" kern="1200" dirty="0"/>
            <a:t>)</a:t>
          </a:r>
          <a:endParaRPr lang="ko-KR" altLang="en-US" sz="1300" kern="1200" dirty="0"/>
        </a:p>
      </dsp:txBody>
      <dsp:txXfrm>
        <a:off x="1630025" y="2143788"/>
        <a:ext cx="1346873" cy="673436"/>
      </dsp:txXfrm>
    </dsp:sp>
    <dsp:sp modelId="{3A549784-A329-4DD4-AB0D-269D6AEB1E89}">
      <dsp:nvSpPr>
        <dsp:cNvPr id="0" name=""/>
        <dsp:cNvSpPr/>
      </dsp:nvSpPr>
      <dsp:spPr>
        <a:xfrm>
          <a:off x="3259742" y="2143788"/>
          <a:ext cx="1346873" cy="6734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marL="0" lvl="0" indent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300" kern="1200" dirty="0"/>
            <a:t>보상과 결핍</a:t>
          </a:r>
        </a:p>
      </dsp:txBody>
      <dsp:txXfrm>
        <a:off x="3259742" y="2143788"/>
        <a:ext cx="1346873" cy="6734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31BD9-9A8A-4EA3-8AF0-84EA50F51388}">
      <dsp:nvSpPr>
        <dsp:cNvPr id="0" name=""/>
        <dsp:cNvSpPr/>
      </dsp:nvSpPr>
      <dsp:spPr>
        <a:xfrm>
          <a:off x="0" y="1800113"/>
          <a:ext cx="2074217" cy="1037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재미</a:t>
          </a:r>
        </a:p>
      </dsp:txBody>
      <dsp:txXfrm>
        <a:off x="30376" y="1830489"/>
        <a:ext cx="2013465" cy="976356"/>
      </dsp:txXfrm>
    </dsp:sp>
    <dsp:sp modelId="{7A1C7285-9A7B-426C-8231-548FEFDA68F6}">
      <dsp:nvSpPr>
        <dsp:cNvPr id="0" name=""/>
        <dsp:cNvSpPr/>
      </dsp:nvSpPr>
      <dsp:spPr>
        <a:xfrm rot="18421567">
          <a:off x="1648221" y="1440560"/>
          <a:ext cx="2141648" cy="46406"/>
        </a:xfrm>
        <a:custGeom>
          <a:avLst/>
          <a:gdLst/>
          <a:ahLst/>
          <a:cxnLst/>
          <a:rect l="0" t="0" r="0" b="0"/>
          <a:pathLst>
            <a:path>
              <a:moveTo>
                <a:pt x="0" y="23203"/>
              </a:moveTo>
              <a:lnTo>
                <a:pt x="2141648" y="2320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700" kern="1200"/>
        </a:p>
      </dsp:txBody>
      <dsp:txXfrm>
        <a:off x="2665504" y="1410222"/>
        <a:ext cx="107082" cy="107082"/>
      </dsp:txXfrm>
    </dsp:sp>
    <dsp:sp modelId="{0DBCDD93-5C8A-40C0-A590-096575206A40}">
      <dsp:nvSpPr>
        <dsp:cNvPr id="0" name=""/>
        <dsp:cNvSpPr/>
      </dsp:nvSpPr>
      <dsp:spPr>
        <a:xfrm>
          <a:off x="3363872" y="90305"/>
          <a:ext cx="2074217" cy="1037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다양성</a:t>
          </a:r>
        </a:p>
      </dsp:txBody>
      <dsp:txXfrm>
        <a:off x="3394248" y="120681"/>
        <a:ext cx="2013465" cy="976356"/>
      </dsp:txXfrm>
    </dsp:sp>
    <dsp:sp modelId="{FDA69548-23AA-4AFF-8103-6BEADED185D2}">
      <dsp:nvSpPr>
        <dsp:cNvPr id="0" name=""/>
        <dsp:cNvSpPr/>
      </dsp:nvSpPr>
      <dsp:spPr>
        <a:xfrm rot="21235204">
          <a:off x="5435744" y="541485"/>
          <a:ext cx="834067" cy="46406"/>
        </a:xfrm>
        <a:custGeom>
          <a:avLst/>
          <a:gdLst/>
          <a:ahLst/>
          <a:cxnLst/>
          <a:rect l="0" t="0" r="0" b="0"/>
          <a:pathLst>
            <a:path>
              <a:moveTo>
                <a:pt x="0" y="23203"/>
              </a:moveTo>
              <a:lnTo>
                <a:pt x="834067" y="2320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5831926" y="543837"/>
        <a:ext cx="41703" cy="41703"/>
      </dsp:txXfrm>
    </dsp:sp>
    <dsp:sp modelId="{D5F24C7A-A3B5-4BB5-A6C9-99FD16797093}">
      <dsp:nvSpPr>
        <dsp:cNvPr id="0" name=""/>
        <dsp:cNvSpPr/>
      </dsp:nvSpPr>
      <dsp:spPr>
        <a:xfrm>
          <a:off x="6267466" y="1964"/>
          <a:ext cx="2074217" cy="1037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게임 시스템</a:t>
          </a:r>
        </a:p>
      </dsp:txBody>
      <dsp:txXfrm>
        <a:off x="6297842" y="32340"/>
        <a:ext cx="2013465" cy="976356"/>
      </dsp:txXfrm>
    </dsp:sp>
    <dsp:sp modelId="{17BDE365-D468-482E-9DC1-CC629C1D3287}">
      <dsp:nvSpPr>
        <dsp:cNvPr id="0" name=""/>
        <dsp:cNvSpPr/>
      </dsp:nvSpPr>
      <dsp:spPr>
        <a:xfrm rot="3185565">
          <a:off x="5162231" y="1137823"/>
          <a:ext cx="1381093" cy="46406"/>
        </a:xfrm>
        <a:custGeom>
          <a:avLst/>
          <a:gdLst/>
          <a:ahLst/>
          <a:cxnLst/>
          <a:rect l="0" t="0" r="0" b="0"/>
          <a:pathLst>
            <a:path>
              <a:moveTo>
                <a:pt x="0" y="23203"/>
              </a:moveTo>
              <a:lnTo>
                <a:pt x="1381093" y="2320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5818251" y="1126499"/>
        <a:ext cx="69054" cy="69054"/>
      </dsp:txXfrm>
    </dsp:sp>
    <dsp:sp modelId="{0C27ABD1-2506-4B16-A1CD-C94701A78529}">
      <dsp:nvSpPr>
        <dsp:cNvPr id="0" name=""/>
        <dsp:cNvSpPr/>
      </dsp:nvSpPr>
      <dsp:spPr>
        <a:xfrm>
          <a:off x="6267466" y="1194639"/>
          <a:ext cx="2074217" cy="1037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오브젝트</a:t>
          </a:r>
          <a:r>
            <a:rPr lang="en-US" altLang="ko-KR" sz="1800" kern="1200" dirty="0"/>
            <a:t>, </a:t>
          </a:r>
        </a:p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상호작용</a:t>
          </a:r>
        </a:p>
      </dsp:txBody>
      <dsp:txXfrm>
        <a:off x="6297842" y="1225015"/>
        <a:ext cx="2013465" cy="976356"/>
      </dsp:txXfrm>
    </dsp:sp>
    <dsp:sp modelId="{FA3AE951-326F-445D-866A-361DB40B4E5A}">
      <dsp:nvSpPr>
        <dsp:cNvPr id="0" name=""/>
        <dsp:cNvSpPr/>
      </dsp:nvSpPr>
      <dsp:spPr>
        <a:xfrm rot="21012321">
          <a:off x="2064904" y="2186776"/>
          <a:ext cx="1277810" cy="46406"/>
        </a:xfrm>
        <a:custGeom>
          <a:avLst/>
          <a:gdLst/>
          <a:ahLst/>
          <a:cxnLst/>
          <a:rect l="0" t="0" r="0" b="0"/>
          <a:pathLst>
            <a:path>
              <a:moveTo>
                <a:pt x="0" y="23203"/>
              </a:moveTo>
              <a:lnTo>
                <a:pt x="1277810" y="2320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2671864" y="2178033"/>
        <a:ext cx="63890" cy="63890"/>
      </dsp:txXfrm>
    </dsp:sp>
    <dsp:sp modelId="{DB510128-A121-481C-9599-087624576E22}">
      <dsp:nvSpPr>
        <dsp:cNvPr id="0" name=""/>
        <dsp:cNvSpPr/>
      </dsp:nvSpPr>
      <dsp:spPr>
        <a:xfrm>
          <a:off x="3333402" y="1582735"/>
          <a:ext cx="2074217" cy="1037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기대감</a:t>
          </a:r>
        </a:p>
      </dsp:txBody>
      <dsp:txXfrm>
        <a:off x="3363778" y="1613111"/>
        <a:ext cx="2013465" cy="976356"/>
      </dsp:txXfrm>
    </dsp:sp>
    <dsp:sp modelId="{1F177114-C1EC-4AD4-A84F-DF8BA7F358F5}">
      <dsp:nvSpPr>
        <dsp:cNvPr id="0" name=""/>
        <dsp:cNvSpPr/>
      </dsp:nvSpPr>
      <dsp:spPr>
        <a:xfrm rot="2553000">
          <a:off x="1843793" y="2887234"/>
          <a:ext cx="1750191" cy="46406"/>
        </a:xfrm>
        <a:custGeom>
          <a:avLst/>
          <a:gdLst/>
          <a:ahLst/>
          <a:cxnLst/>
          <a:rect l="0" t="0" r="0" b="0"/>
          <a:pathLst>
            <a:path>
              <a:moveTo>
                <a:pt x="0" y="23203"/>
              </a:moveTo>
              <a:lnTo>
                <a:pt x="1750191" y="2320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600" kern="1200"/>
        </a:p>
      </dsp:txBody>
      <dsp:txXfrm>
        <a:off x="2675134" y="2866682"/>
        <a:ext cx="87509" cy="87509"/>
      </dsp:txXfrm>
    </dsp:sp>
    <dsp:sp modelId="{9D8C5532-7055-47A3-B323-509A696E6FEE}">
      <dsp:nvSpPr>
        <dsp:cNvPr id="0" name=""/>
        <dsp:cNvSpPr/>
      </dsp:nvSpPr>
      <dsp:spPr>
        <a:xfrm>
          <a:off x="3363561" y="2983651"/>
          <a:ext cx="2074217" cy="1037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몰입</a:t>
          </a:r>
        </a:p>
      </dsp:txBody>
      <dsp:txXfrm>
        <a:off x="3393937" y="3014027"/>
        <a:ext cx="2013465" cy="976356"/>
      </dsp:txXfrm>
    </dsp:sp>
    <dsp:sp modelId="{C6902C82-3EC5-4C1F-9817-731D681A3937}">
      <dsp:nvSpPr>
        <dsp:cNvPr id="0" name=""/>
        <dsp:cNvSpPr/>
      </dsp:nvSpPr>
      <dsp:spPr>
        <a:xfrm>
          <a:off x="5437779" y="3479003"/>
          <a:ext cx="829687" cy="46406"/>
        </a:xfrm>
        <a:custGeom>
          <a:avLst/>
          <a:gdLst/>
          <a:ahLst/>
          <a:cxnLst/>
          <a:rect l="0" t="0" r="0" b="0"/>
          <a:pathLst>
            <a:path>
              <a:moveTo>
                <a:pt x="0" y="23203"/>
              </a:moveTo>
              <a:lnTo>
                <a:pt x="829687" y="23203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5831880" y="3481464"/>
        <a:ext cx="41484" cy="41484"/>
      </dsp:txXfrm>
    </dsp:sp>
    <dsp:sp modelId="{D4012323-D0DF-4B82-8ACB-CA4E7D257002}">
      <dsp:nvSpPr>
        <dsp:cNvPr id="0" name=""/>
        <dsp:cNvSpPr/>
      </dsp:nvSpPr>
      <dsp:spPr>
        <a:xfrm>
          <a:off x="6267466" y="2983651"/>
          <a:ext cx="3331276" cy="10371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kern="1200" dirty="0"/>
            <a:t>몰입의 완급을 조절할 수 있다면 재미가 된다</a:t>
          </a:r>
        </a:p>
      </dsp:txBody>
      <dsp:txXfrm>
        <a:off x="6297842" y="3014027"/>
        <a:ext cx="3270524" cy="9763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7B7EA-22AD-4021-A0E1-8BEE2FE24AB9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0CC99-A2AF-4F4B-9963-D3E0A872E64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00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93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27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975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2487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5691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8284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97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21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822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783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16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65063CB-EB06-42DC-AC49-743A2821FE41}" type="datetimeFigureOut">
              <a:rPr lang="ko-KR" altLang="en-US" smtClean="0"/>
              <a:t>2025-09-21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953B256-1805-4FD0-849E-93EEEAFFDF9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690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6" r:id="rId1"/>
    <p:sldLayoutId id="214748381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oleObject" Target="../embeddings/oleObject1.bin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hyperlink" Target="https://kpuackr-my.sharepoint.com/personal/2024184011_tukorea_ac_kr/Documents/&#44592;&#54925;&#51088;&#47308;/2025-2%209-14%20&#51228;&#50504;&#49436;&amp;&#48156;&#54364;&#51088;&#47308;/&#44592;&#54925;&#44284;%20&#51116;&#48120;&#50640;%20&#45824;&#54644;.txt" TargetMode="Externa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emf"/><Relationship Id="rId11" Type="http://schemas.microsoft.com/office/2007/relationships/diagramDrawing" Target="../diagrams/drawing2.xml"/><Relationship Id="rId5" Type="http://schemas.openxmlformats.org/officeDocument/2006/relationships/oleObject" Target="../embeddings/oleObject2.bin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image" Target="../media/image3.emf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E7A3D-1ECC-8AE9-AF3E-34C87D030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6589" y="3315853"/>
            <a:ext cx="3890356" cy="741403"/>
          </a:xfrm>
        </p:spPr>
        <p:txBody>
          <a:bodyPr>
            <a:noAutofit/>
          </a:bodyPr>
          <a:lstStyle/>
          <a:p>
            <a:r>
              <a:rPr lang="en-US" altLang="ko-KR" sz="4800" dirty="0"/>
              <a:t>Dance</a:t>
            </a:r>
            <a:br>
              <a:rPr lang="en-US" altLang="ko-KR" sz="4800" dirty="0"/>
            </a:br>
            <a:r>
              <a:rPr lang="en-US" altLang="ko-KR" sz="4800" dirty="0"/>
              <a:t>Along</a:t>
            </a:r>
            <a:br>
              <a:rPr lang="en-US" altLang="ko-KR" sz="4800" dirty="0"/>
            </a:br>
            <a:r>
              <a:rPr lang="en-US" altLang="ko-KR" sz="4800" dirty="0"/>
              <a:t>Maker and</a:t>
            </a:r>
            <a:br>
              <a:rPr lang="en-US" altLang="ko-KR" sz="4800" dirty="0"/>
            </a:br>
            <a:r>
              <a:rPr lang="en-US" altLang="ko-KR" sz="4800" dirty="0"/>
              <a:t>Neighborhood</a:t>
            </a:r>
            <a:endParaRPr lang="ko-KR" altLang="en-US" sz="4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6A8B9D-1360-6C6A-E7B8-3C92A7816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6589" y="4492565"/>
            <a:ext cx="10058400" cy="1143000"/>
          </a:xfrm>
        </p:spPr>
        <p:txBody>
          <a:bodyPr/>
          <a:lstStyle/>
          <a:p>
            <a:r>
              <a:rPr lang="ko-KR" altLang="en-US" dirty="0"/>
              <a:t>컨셉</a:t>
            </a:r>
            <a:r>
              <a:rPr lang="en-US" altLang="ko-KR" dirty="0"/>
              <a:t>: </a:t>
            </a:r>
            <a:r>
              <a:rPr lang="ko-KR" altLang="en-US" dirty="0"/>
              <a:t>댄스를 따라하고</a:t>
            </a:r>
            <a:r>
              <a:rPr lang="en-US" altLang="ko-KR" dirty="0"/>
              <a:t>, </a:t>
            </a:r>
            <a:r>
              <a:rPr lang="ko-KR" altLang="en-US" dirty="0"/>
              <a:t>춤추고</a:t>
            </a:r>
            <a:r>
              <a:rPr lang="en-US" altLang="ko-KR" dirty="0"/>
              <a:t>, </a:t>
            </a:r>
            <a:r>
              <a:rPr lang="ko-KR" altLang="en-US" dirty="0"/>
              <a:t>만들어보자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212F8F-8DD9-285A-E6A7-47DDE9B0BD8F}"/>
              </a:ext>
            </a:extLst>
          </p:cNvPr>
          <p:cNvSpPr txBox="1"/>
          <p:nvPr/>
        </p:nvSpPr>
        <p:spPr>
          <a:xfrm>
            <a:off x="6844147" y="3936357"/>
            <a:ext cx="34821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2025-2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제안서 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VER 1.2: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변준영</a:t>
            </a:r>
          </a:p>
        </p:txBody>
      </p:sp>
    </p:spTree>
    <p:extLst>
      <p:ext uri="{BB962C8B-B14F-4D97-AF65-F5344CB8AC3E}">
        <p14:creationId xmlns:p14="http://schemas.microsoft.com/office/powerpoint/2010/main" val="145488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671B4-8152-CCCC-B1B3-81B007B7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타겟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69D451-6512-3EC6-AE58-4F2AD1AB4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나이</a:t>
            </a:r>
            <a:r>
              <a:rPr lang="en-US" altLang="ko-KR" dirty="0"/>
              <a:t>: 10</a:t>
            </a:r>
            <a:r>
              <a:rPr lang="ko-KR" altLang="en-US" dirty="0"/>
              <a:t>대 </a:t>
            </a:r>
            <a:r>
              <a:rPr lang="en-US" altLang="ko-KR" dirty="0"/>
              <a:t>~ 50</a:t>
            </a:r>
            <a:r>
              <a:rPr lang="ko-KR" altLang="en-US" dirty="0"/>
              <a:t>대</a:t>
            </a:r>
            <a:r>
              <a:rPr lang="en-US" altLang="ko-KR" dirty="0"/>
              <a:t>(</a:t>
            </a:r>
            <a:r>
              <a:rPr lang="ko-KR" altLang="en-US" dirty="0"/>
              <a:t>어느 정도의 동작 구사와 활동이 가능한 연령대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성향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운동과 댄스를 좋아하는 활발한 사람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안무 등의 창작활동에 흥미가 있는 사람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등급</a:t>
            </a:r>
            <a:r>
              <a:rPr lang="en-US" altLang="ko-KR" dirty="0"/>
              <a:t>: </a:t>
            </a:r>
            <a:r>
              <a:rPr lang="ko-KR" altLang="en-US" dirty="0" err="1"/>
              <a:t>전체연령가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036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D544B-5369-939A-3131-486EBDA06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E83C05-07B4-6825-C8A4-DADA29FCA6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ko-KR" altLang="en-US" dirty="0"/>
              <a:t>유저 창작 안무</a:t>
            </a:r>
            <a:r>
              <a:rPr lang="en-US" altLang="ko-KR" dirty="0"/>
              <a:t>(</a:t>
            </a:r>
            <a:r>
              <a:rPr lang="ko-KR" altLang="en-US" dirty="0" err="1"/>
              <a:t>유즈맵</a:t>
            </a:r>
            <a:r>
              <a:rPr lang="en-US" altLang="ko-KR" dirty="0"/>
              <a:t>) </a:t>
            </a:r>
            <a:r>
              <a:rPr lang="ko-KR" altLang="en-US" dirty="0"/>
              <a:t>등이 추가된 </a:t>
            </a:r>
            <a:endParaRPr lang="en-US" altLang="ko-KR" dirty="0"/>
          </a:p>
          <a:p>
            <a:r>
              <a:rPr lang="en-US" altLang="ko-KR" dirty="0"/>
              <a:t>Just dance </a:t>
            </a:r>
            <a:r>
              <a:rPr lang="ko-KR" altLang="en-US" dirty="0"/>
              <a:t>형태의 댄스 게임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유저가 동영상이나 조이스틱으로 안무를 캡처하여 업로드하면 </a:t>
            </a:r>
            <a:endParaRPr lang="en-US" altLang="ko-KR" dirty="0"/>
          </a:p>
          <a:p>
            <a:r>
              <a:rPr lang="ko-KR" altLang="en-US" dirty="0"/>
              <a:t>다른 유저들이 이를 플레이 가능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혹은 스타크래프트 </a:t>
            </a:r>
            <a:r>
              <a:rPr lang="ko-KR" altLang="en-US" dirty="0" err="1"/>
              <a:t>유즈맵처럼</a:t>
            </a:r>
            <a:r>
              <a:rPr lang="ko-KR" altLang="en-US" dirty="0"/>
              <a:t> 아예 다른 형태로 게임을 활용 가능하게 </a:t>
            </a:r>
            <a:r>
              <a:rPr lang="ko-KR" altLang="en-US" dirty="0" err="1"/>
              <a:t>만듬</a:t>
            </a:r>
            <a:endParaRPr lang="ko-KR" altLang="en-US" dirty="0"/>
          </a:p>
        </p:txBody>
      </p:sp>
      <p:pic>
        <p:nvPicPr>
          <p:cNvPr id="1028" name="Picture 4" descr="저스트 댄스 2024 에디션: Nintendo Switch™, PlayStation 5, Xbox Series X|S">
            <a:extLst>
              <a:ext uri="{FF2B5EF4-FFF2-40B4-BE49-F238E27FC236}">
                <a16:creationId xmlns:a16="http://schemas.microsoft.com/office/drawing/2014/main" id="{2EEF5C8F-8661-6D10-597B-BB905627F33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596" y="1845734"/>
            <a:ext cx="4937125" cy="2777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91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2C6A1-89F4-93A3-FD45-427AEF429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Game Flowchart</a:t>
            </a:r>
            <a:endParaRPr lang="ko-KR" altLang="en-US" dirty="0"/>
          </a:p>
        </p:txBody>
      </p:sp>
      <p:graphicFrame>
        <p:nvGraphicFramePr>
          <p:cNvPr id="3" name="다이어그램 2">
            <a:extLst>
              <a:ext uri="{FF2B5EF4-FFF2-40B4-BE49-F238E27FC236}">
                <a16:creationId xmlns:a16="http://schemas.microsoft.com/office/drawing/2014/main" id="{D3126BC7-2BD2-B9F1-5447-DFA806613D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8771602"/>
              </p:ext>
            </p:extLst>
          </p:nvPr>
        </p:nvGraphicFramePr>
        <p:xfrm>
          <a:off x="260952" y="79666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화살표: 위로 굽음 3">
            <a:extLst>
              <a:ext uri="{FF2B5EF4-FFF2-40B4-BE49-F238E27FC236}">
                <a16:creationId xmlns:a16="http://schemas.microsoft.com/office/drawing/2014/main" id="{D5D6BBA6-25D1-7AF2-0E0E-FA02FA536E0A}"/>
              </a:ext>
            </a:extLst>
          </p:cNvPr>
          <p:cNvSpPr/>
          <p:nvPr/>
        </p:nvSpPr>
        <p:spPr>
          <a:xfrm rot="5400000">
            <a:off x="4341236" y="4348142"/>
            <a:ext cx="881832" cy="914400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B680A-6B04-44B4-8071-C8682DF2D013}"/>
              </a:ext>
            </a:extLst>
          </p:cNvPr>
          <p:cNvSpPr txBox="1"/>
          <p:nvPr/>
        </p:nvSpPr>
        <p:spPr>
          <a:xfrm>
            <a:off x="4544198" y="4307321"/>
            <a:ext cx="91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메이커 모드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3A48C5-6F23-DBC5-12BF-682CDBC4ABA1}"/>
              </a:ext>
            </a:extLst>
          </p:cNvPr>
          <p:cNvSpPr txBox="1"/>
          <p:nvPr/>
        </p:nvSpPr>
        <p:spPr>
          <a:xfrm>
            <a:off x="5359425" y="2964873"/>
            <a:ext cx="1115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일반 모드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520546F-B908-197A-7589-2580D792CB58}"/>
              </a:ext>
            </a:extLst>
          </p:cNvPr>
          <p:cNvCxnSpPr/>
          <p:nvPr/>
        </p:nvCxnSpPr>
        <p:spPr>
          <a:xfrm flipV="1">
            <a:off x="8636000" y="2604655"/>
            <a:ext cx="738909" cy="514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9F237CA-463E-C17B-AA0A-98FE7FD61035}"/>
              </a:ext>
            </a:extLst>
          </p:cNvPr>
          <p:cNvCxnSpPr/>
          <p:nvPr/>
        </p:nvCxnSpPr>
        <p:spPr>
          <a:xfrm>
            <a:off x="8765309" y="4082473"/>
            <a:ext cx="794327" cy="5172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0DFF2DB-02DE-9346-6CC6-3E0CADD386BC}"/>
              </a:ext>
            </a:extLst>
          </p:cNvPr>
          <p:cNvGrpSpPr/>
          <p:nvPr/>
        </p:nvGrpSpPr>
        <p:grpSpPr>
          <a:xfrm>
            <a:off x="9688946" y="1866213"/>
            <a:ext cx="1806088" cy="840042"/>
            <a:chOff x="2189956" y="1889439"/>
            <a:chExt cx="1561703" cy="1639788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2743B987-9AB4-6A10-6CA2-9D34A7363081}"/>
                </a:ext>
              </a:extLst>
            </p:cNvPr>
            <p:cNvSpPr/>
            <p:nvPr/>
          </p:nvSpPr>
          <p:spPr>
            <a:xfrm>
              <a:off x="2189956" y="1889439"/>
              <a:ext cx="1561703" cy="163978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3" name="사각형: 둥근 모서리 4">
              <a:extLst>
                <a:ext uri="{FF2B5EF4-FFF2-40B4-BE49-F238E27FC236}">
                  <a16:creationId xmlns:a16="http://schemas.microsoft.com/office/drawing/2014/main" id="{4765FC19-75C5-58EE-154B-AAF74A886A48}"/>
                </a:ext>
              </a:extLst>
            </p:cNvPr>
            <p:cNvSpPr txBox="1"/>
            <p:nvPr/>
          </p:nvSpPr>
          <p:spPr>
            <a:xfrm>
              <a:off x="2235697" y="1935180"/>
              <a:ext cx="1470221" cy="1548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marL="0" lvl="0" indent="0"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dirty="0" err="1"/>
                <a:t>솔로모드</a:t>
              </a:r>
              <a:endParaRPr lang="ko-KR" altLang="en-US" kern="12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9C81BE1-8C41-12E6-0D6C-A5723B1F897A}"/>
              </a:ext>
            </a:extLst>
          </p:cNvPr>
          <p:cNvGrpSpPr/>
          <p:nvPr/>
        </p:nvGrpSpPr>
        <p:grpSpPr>
          <a:xfrm>
            <a:off x="9741845" y="4179688"/>
            <a:ext cx="1806088" cy="840042"/>
            <a:chOff x="2189956" y="1889439"/>
            <a:chExt cx="1561703" cy="1639788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7D78C97-42A4-E0CD-455A-25C58FE1554D}"/>
                </a:ext>
              </a:extLst>
            </p:cNvPr>
            <p:cNvSpPr/>
            <p:nvPr/>
          </p:nvSpPr>
          <p:spPr>
            <a:xfrm>
              <a:off x="2189956" y="1889439"/>
              <a:ext cx="1561703" cy="163978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6" name="사각형: 둥근 모서리 4">
              <a:extLst>
                <a:ext uri="{FF2B5EF4-FFF2-40B4-BE49-F238E27FC236}">
                  <a16:creationId xmlns:a16="http://schemas.microsoft.com/office/drawing/2014/main" id="{7EE37013-3DFF-8C4D-5B35-EFBC4DD986EB}"/>
                </a:ext>
              </a:extLst>
            </p:cNvPr>
            <p:cNvSpPr txBox="1"/>
            <p:nvPr/>
          </p:nvSpPr>
          <p:spPr>
            <a:xfrm>
              <a:off x="2235697" y="1935180"/>
              <a:ext cx="1470221" cy="1548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marL="0" lvl="0" indent="0"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dirty="0"/>
                <a:t>협동 모드</a:t>
              </a:r>
              <a:endParaRPr lang="ko-KR" altLang="en-US" kern="1200" dirty="0"/>
            </a:p>
          </p:txBody>
        </p:sp>
      </p:grpSp>
      <p:sp>
        <p:nvSpPr>
          <p:cNvPr id="17" name="화살표: 위로 굽음 16">
            <a:extLst>
              <a:ext uri="{FF2B5EF4-FFF2-40B4-BE49-F238E27FC236}">
                <a16:creationId xmlns:a16="http://schemas.microsoft.com/office/drawing/2014/main" id="{E81A049C-CA3F-A5A6-2CF5-ED860EB18698}"/>
              </a:ext>
            </a:extLst>
          </p:cNvPr>
          <p:cNvSpPr/>
          <p:nvPr/>
        </p:nvSpPr>
        <p:spPr>
          <a:xfrm rot="5400000">
            <a:off x="3293029" y="4562792"/>
            <a:ext cx="1763664" cy="1366932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853457-6F5F-85E5-F69A-38EC7676E4EF}"/>
              </a:ext>
            </a:extLst>
          </p:cNvPr>
          <p:cNvSpPr txBox="1"/>
          <p:nvPr/>
        </p:nvSpPr>
        <p:spPr>
          <a:xfrm>
            <a:off x="2529359" y="4459345"/>
            <a:ext cx="1071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유즈맵</a:t>
            </a:r>
            <a:endParaRPr lang="ko-KR" altLang="en-US" dirty="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8C97F4-18A4-594B-6AB6-AC305C2C6389}"/>
              </a:ext>
            </a:extLst>
          </p:cNvPr>
          <p:cNvGrpSpPr/>
          <p:nvPr/>
        </p:nvGrpSpPr>
        <p:grpSpPr>
          <a:xfrm>
            <a:off x="5379731" y="4540019"/>
            <a:ext cx="1806088" cy="840042"/>
            <a:chOff x="2189956" y="1889439"/>
            <a:chExt cx="1561703" cy="1639788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5B4039BE-822F-5DB4-CAAB-D17A252F6915}"/>
                </a:ext>
              </a:extLst>
            </p:cNvPr>
            <p:cNvSpPr/>
            <p:nvPr/>
          </p:nvSpPr>
          <p:spPr>
            <a:xfrm>
              <a:off x="2189956" y="1889439"/>
              <a:ext cx="1561703" cy="163978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1" name="사각형: 둥근 모서리 4">
              <a:extLst>
                <a:ext uri="{FF2B5EF4-FFF2-40B4-BE49-F238E27FC236}">
                  <a16:creationId xmlns:a16="http://schemas.microsoft.com/office/drawing/2014/main" id="{4BDF53AE-9274-A339-8301-D3E93C67E2BE}"/>
                </a:ext>
              </a:extLst>
            </p:cNvPr>
            <p:cNvSpPr txBox="1"/>
            <p:nvPr/>
          </p:nvSpPr>
          <p:spPr>
            <a:xfrm>
              <a:off x="2235697" y="1935180"/>
              <a:ext cx="1470221" cy="1548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marL="0" lvl="0" indent="0"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kern="1200" dirty="0"/>
                <a:t>만들기</a:t>
              </a:r>
              <a:r>
                <a:rPr lang="en-US" altLang="ko-KR" dirty="0"/>
                <a:t>&amp;</a:t>
              </a:r>
              <a:r>
                <a:rPr lang="ko-KR" altLang="en-US" dirty="0"/>
                <a:t>등록</a:t>
              </a:r>
              <a:endParaRPr lang="ko-KR" altLang="en-US" kern="1200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00EE00F-08E1-0CAF-D553-5FA0040ED959}"/>
              </a:ext>
            </a:extLst>
          </p:cNvPr>
          <p:cNvGrpSpPr/>
          <p:nvPr/>
        </p:nvGrpSpPr>
        <p:grpSpPr>
          <a:xfrm>
            <a:off x="5239352" y="5444293"/>
            <a:ext cx="1806088" cy="840042"/>
            <a:chOff x="2189956" y="1889439"/>
            <a:chExt cx="1561703" cy="1639788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D6975502-0859-3B6C-4166-085D4B6F06A5}"/>
                </a:ext>
              </a:extLst>
            </p:cNvPr>
            <p:cNvSpPr/>
            <p:nvPr/>
          </p:nvSpPr>
          <p:spPr>
            <a:xfrm>
              <a:off x="2189956" y="1889439"/>
              <a:ext cx="1561703" cy="1639788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4" name="사각형: 둥근 모서리 4">
              <a:extLst>
                <a:ext uri="{FF2B5EF4-FFF2-40B4-BE49-F238E27FC236}">
                  <a16:creationId xmlns:a16="http://schemas.microsoft.com/office/drawing/2014/main" id="{139F0B50-7E41-F40B-5245-D57EA99FF13C}"/>
                </a:ext>
              </a:extLst>
            </p:cNvPr>
            <p:cNvSpPr txBox="1"/>
            <p:nvPr/>
          </p:nvSpPr>
          <p:spPr>
            <a:xfrm>
              <a:off x="2235697" y="1935181"/>
              <a:ext cx="1470221" cy="154830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marL="0" lvl="0" indent="0"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kern="1200" dirty="0"/>
                <a:t>창작마당</a:t>
              </a:r>
              <a:endParaRPr lang="en-US" altLang="ko-KR" kern="1200" dirty="0"/>
            </a:p>
            <a:p>
              <a:pPr marL="0" lvl="0" indent="0" algn="ctr" defTabSz="120015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ko-KR" kern="1200" dirty="0"/>
                <a:t>extension</a:t>
              </a:r>
              <a:endParaRPr lang="ko-KR" altLang="en-US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33657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E679A-E999-F36B-FEE2-2A790FAC9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8ED05-FB97-C8B8-80B5-3142BB80B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요구 조건</a:t>
            </a:r>
            <a:r>
              <a:rPr lang="en-US" altLang="ko-KR" dirty="0"/>
              <a:t>: </a:t>
            </a:r>
          </a:p>
          <a:p>
            <a:r>
              <a:rPr lang="en-US" altLang="ko-KR" dirty="0"/>
              <a:t>1. </a:t>
            </a:r>
            <a:r>
              <a:rPr lang="ko-KR" altLang="en-US" dirty="0"/>
              <a:t>조이스틱 등 </a:t>
            </a:r>
            <a:r>
              <a:rPr lang="ko-KR" altLang="en-US" dirty="0" err="1"/>
              <a:t>모션캡처</a:t>
            </a:r>
            <a:r>
              <a:rPr lang="en-US" altLang="ko-KR" dirty="0"/>
              <a:t>/</a:t>
            </a:r>
            <a:r>
              <a:rPr lang="ko-KR" altLang="en-US" dirty="0" err="1"/>
              <a:t>자이로</a:t>
            </a:r>
            <a:r>
              <a:rPr lang="ko-KR" altLang="en-US" dirty="0"/>
              <a:t> 기능이 있는 기기</a:t>
            </a:r>
            <a:endParaRPr lang="en-US" altLang="ko-KR" b="1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손과 발의 움직임을 모두 감지해야 함 </a:t>
            </a:r>
            <a:r>
              <a:rPr lang="en-US" altLang="ko-KR" dirty="0"/>
              <a:t>-&gt; </a:t>
            </a:r>
            <a:r>
              <a:rPr lang="ko-KR" altLang="en-US" dirty="0"/>
              <a:t>최소 </a:t>
            </a:r>
            <a:r>
              <a:rPr lang="en-US" altLang="ko-KR" dirty="0"/>
              <a:t>2</a:t>
            </a:r>
            <a:r>
              <a:rPr lang="ko-KR" altLang="en-US" dirty="0"/>
              <a:t>개의 감지기기 필요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화면 크기는 커야 함</a:t>
            </a:r>
            <a:r>
              <a:rPr lang="en-US" altLang="ko-KR" dirty="0"/>
              <a:t>, </a:t>
            </a:r>
            <a:r>
              <a:rPr lang="ko-KR" altLang="en-US" dirty="0"/>
              <a:t>실감도와 연관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*</a:t>
            </a:r>
            <a:r>
              <a:rPr lang="ko-KR" altLang="en-US" dirty="0"/>
              <a:t>프레임</a:t>
            </a:r>
            <a:r>
              <a:rPr lang="en-US" altLang="ko-KR" dirty="0"/>
              <a:t>, </a:t>
            </a:r>
            <a:r>
              <a:rPr lang="ko-KR" altLang="en-US" dirty="0"/>
              <a:t>렌더링의 경우 중간 정도면 충분</a:t>
            </a:r>
            <a:r>
              <a:rPr lang="en-US" altLang="ko-KR" dirty="0"/>
              <a:t>, </a:t>
            </a:r>
            <a:r>
              <a:rPr lang="ko-KR" altLang="en-US" dirty="0"/>
              <a:t>고사양일 필요는 없음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=&gt;</a:t>
            </a:r>
            <a:r>
              <a:rPr lang="ko-KR" altLang="en-US" dirty="0"/>
              <a:t>플랫폼</a:t>
            </a:r>
            <a:r>
              <a:rPr lang="en-US" altLang="ko-KR" dirty="0"/>
              <a:t>: </a:t>
            </a:r>
            <a:r>
              <a:rPr lang="en-US" altLang="ko-KR" dirty="0" err="1"/>
              <a:t>ps</a:t>
            </a:r>
            <a:r>
              <a:rPr lang="en-US" altLang="ko-KR" dirty="0"/>
              <a:t>, Nintendo, </a:t>
            </a:r>
            <a:r>
              <a:rPr lang="en-US" altLang="ko-KR" dirty="0" err="1"/>
              <a:t>xbox</a:t>
            </a:r>
            <a:r>
              <a:rPr lang="en-US" altLang="ko-KR" dirty="0"/>
              <a:t>, VR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유사작</a:t>
            </a:r>
            <a:r>
              <a:rPr lang="en-US" altLang="ko-KR" dirty="0"/>
              <a:t>: just</a:t>
            </a:r>
            <a:r>
              <a:rPr lang="ko-KR" altLang="en-US" dirty="0"/>
              <a:t> </a:t>
            </a:r>
            <a:r>
              <a:rPr lang="en-US" altLang="ko-KR" dirty="0"/>
              <a:t>dance, </a:t>
            </a:r>
            <a:r>
              <a:rPr lang="en-US" altLang="ko-KR" dirty="0" err="1"/>
              <a:t>supermario</a:t>
            </a:r>
            <a:r>
              <a:rPr lang="en-US" altLang="ko-KR" dirty="0"/>
              <a:t> maker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421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161F3-11EE-C014-D063-D6AF49471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21D008-92B0-D583-CE60-40434C51F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피드백</a:t>
            </a:r>
            <a:r>
              <a:rPr lang="en-US" altLang="ko-KR" sz="3600" dirty="0"/>
              <a:t>, </a:t>
            </a:r>
            <a:r>
              <a:rPr lang="ko-KR" altLang="en-US" sz="3600" dirty="0"/>
              <a:t>고찰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0F2E92-5BF3-B93F-B5E0-139E9CC7F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피드백 </a:t>
            </a:r>
            <a:r>
              <a:rPr lang="en-US" altLang="ko-KR" sz="2400" dirty="0"/>
              <a:t>1.0: </a:t>
            </a:r>
          </a:p>
          <a:p>
            <a:pPr lvl="1"/>
            <a:r>
              <a:rPr lang="ko-KR" altLang="en-US" sz="2400" b="1" dirty="0"/>
              <a:t>사양</a:t>
            </a:r>
            <a:r>
              <a:rPr lang="en-US" altLang="ko-KR" sz="2400" b="1" dirty="0"/>
              <a:t>-</a:t>
            </a:r>
            <a:r>
              <a:rPr lang="ko-KR" altLang="en-US" sz="2400" b="1" dirty="0"/>
              <a:t>요구조건</a:t>
            </a:r>
            <a:r>
              <a:rPr lang="en-US" altLang="ko-KR" sz="2400" b="1" dirty="0"/>
              <a:t>: </a:t>
            </a:r>
            <a:br>
              <a:rPr lang="en-US" altLang="ko-KR" sz="2400" b="1" dirty="0"/>
            </a:br>
            <a:r>
              <a:rPr lang="en-US" altLang="ko-KR" sz="2400" dirty="0" err="1"/>
              <a:t>DanSparkling</a:t>
            </a:r>
            <a:r>
              <a:rPr lang="ko-KR" altLang="en-US" sz="2400" dirty="0"/>
              <a:t>과 같이 카메라 인식 사용으로 대체 가능</a:t>
            </a:r>
            <a:endParaRPr lang="en-US" altLang="ko-KR" sz="2400" dirty="0"/>
          </a:p>
          <a:p>
            <a:pPr marL="201168" lvl="1" indent="0">
              <a:buNone/>
            </a:pPr>
            <a:endParaRPr lang="en-US" altLang="ko-KR" sz="2400" dirty="0"/>
          </a:p>
          <a:p>
            <a:pPr marL="201168" lvl="1" indent="0">
              <a:buNone/>
            </a:pPr>
            <a:r>
              <a:rPr lang="ko-KR" altLang="en-US" sz="2400" dirty="0"/>
              <a:t>피드백 </a:t>
            </a:r>
            <a:r>
              <a:rPr lang="en-US" altLang="ko-KR" sz="2400" dirty="0"/>
              <a:t>1.1:</a:t>
            </a:r>
          </a:p>
          <a:p>
            <a:pPr lvl="2"/>
            <a:r>
              <a:rPr lang="ko-KR" altLang="en-US" sz="2400" b="1" dirty="0"/>
              <a:t>사양</a:t>
            </a:r>
            <a:r>
              <a:rPr lang="en-US" altLang="ko-KR" sz="2400" b="1" dirty="0"/>
              <a:t>-</a:t>
            </a:r>
            <a:r>
              <a:rPr lang="ko-KR" altLang="en-US" sz="2400" b="1" dirty="0"/>
              <a:t>요구조건</a:t>
            </a:r>
            <a:r>
              <a:rPr lang="en-US" altLang="ko-KR" sz="2400" b="1" dirty="0"/>
              <a:t>: </a:t>
            </a:r>
          </a:p>
          <a:p>
            <a:pPr marL="1024128" lvl="3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b="1" dirty="0">
                <a:hlinkClick r:id="rId2" action="ppaction://hlinksldjump"/>
              </a:rPr>
              <a:t>Just</a:t>
            </a:r>
            <a:r>
              <a:rPr lang="ko-KR" altLang="en-US" sz="2400" b="1" dirty="0">
                <a:hlinkClick r:id="rId2" action="ppaction://hlinksldjump"/>
              </a:rPr>
              <a:t> </a:t>
            </a:r>
            <a:r>
              <a:rPr lang="en-US" altLang="ko-KR" sz="2400" b="1" dirty="0">
                <a:hlinkClick r:id="rId2" action="ppaction://hlinksldjump"/>
              </a:rPr>
              <a:t>dance</a:t>
            </a:r>
            <a:r>
              <a:rPr lang="ko-KR" altLang="en-US" sz="2400" b="1" dirty="0">
                <a:hlinkClick r:id="rId2" action="ppaction://hlinksldjump"/>
              </a:rPr>
              <a:t> 플레이 경험 기반 피드백</a:t>
            </a:r>
            <a:r>
              <a:rPr lang="en-US" altLang="ko-KR" sz="2400" b="1" dirty="0">
                <a:hlinkClick r:id="rId2" action="ppaction://hlinksldjump"/>
              </a:rPr>
              <a:t>:</a:t>
            </a:r>
            <a:endParaRPr lang="en-US" altLang="ko-KR" sz="2400" b="1" dirty="0"/>
          </a:p>
          <a:p>
            <a:pPr marL="1024128" lvl="3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b="1" dirty="0" err="1">
                <a:hlinkClick r:id="rId3" action="ppaction://hlinksldjump"/>
              </a:rPr>
              <a:t>DanSparkling</a:t>
            </a:r>
            <a:r>
              <a:rPr lang="ko-KR" altLang="en-US" sz="2400" b="1" dirty="0">
                <a:hlinkClick r:id="rId3" action="ppaction://hlinksldjump"/>
              </a:rPr>
              <a:t>에 대한 고찰</a:t>
            </a:r>
            <a:r>
              <a:rPr lang="en-US" altLang="ko-KR" sz="2400" b="1" dirty="0">
                <a:hlinkClick r:id="rId3" action="ppaction://hlinksldjump"/>
              </a:rPr>
              <a:t>:</a:t>
            </a:r>
            <a:endParaRPr lang="en-US" altLang="ko-KR" sz="2400" b="1" dirty="0"/>
          </a:p>
          <a:p>
            <a:pPr marL="909828" lvl="3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192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A3135-0949-8435-DAB8-9CC81432E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D8B554-2449-9C30-E975-CE99CFD28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44068" lvl="1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000" dirty="0"/>
              <a:t>Just dance</a:t>
            </a:r>
            <a:r>
              <a:rPr lang="ko-KR" altLang="en-US" sz="2000" dirty="0"/>
              <a:t>는 최근 핸드폰의 </a:t>
            </a:r>
            <a:r>
              <a:rPr lang="ko-KR" altLang="en-US" sz="2000" dirty="0" err="1"/>
              <a:t>자이로센서로</a:t>
            </a:r>
            <a:r>
              <a:rPr lang="ko-KR" altLang="en-US" sz="2000" dirty="0"/>
              <a:t> 사용자의 모션을 인식</a:t>
            </a:r>
            <a:r>
              <a:rPr lang="en-US" altLang="ko-KR" sz="2000" dirty="0"/>
              <a:t>,                                                </a:t>
            </a:r>
            <a:r>
              <a:rPr lang="ko-KR" altLang="en-US" sz="2000" dirty="0"/>
              <a:t>별도 기기를 요구하지 않음</a:t>
            </a:r>
            <a:endParaRPr lang="en-US" altLang="ko-KR" sz="2000" dirty="0"/>
          </a:p>
          <a:p>
            <a:pPr marL="544068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/>
              <a:t>그러나 </a:t>
            </a:r>
            <a:r>
              <a:rPr lang="ko-KR" altLang="en-US" sz="2000" dirty="0" err="1"/>
              <a:t>자이로센서</a:t>
            </a:r>
            <a:r>
              <a:rPr lang="ko-KR" altLang="en-US" sz="2000" dirty="0"/>
              <a:t> 자체의 한계인 모션 인식률 문제와 더불어                                                      핸드폰 하나로는 플레이 경험이 좋지 않았음</a:t>
            </a:r>
            <a:endParaRPr lang="en-US" altLang="ko-KR" sz="2000" dirty="0"/>
          </a:p>
          <a:p>
            <a:pPr marL="544068" lvl="1" indent="-342900">
              <a:lnSpc>
                <a:spcPct val="250000"/>
              </a:lnSpc>
              <a:buFont typeface="+mj-lt"/>
              <a:buAutoNum type="arabicPeriod"/>
            </a:pPr>
            <a:r>
              <a:rPr lang="en-US" altLang="ko-KR" sz="2000" dirty="0"/>
              <a:t>Just dance</a:t>
            </a:r>
            <a:r>
              <a:rPr lang="ko-KR" altLang="en-US" sz="2000" dirty="0"/>
              <a:t>는 훌륭한 </a:t>
            </a:r>
            <a:r>
              <a:rPr lang="en-US" altLang="ko-KR" sz="2000" dirty="0"/>
              <a:t>AR </a:t>
            </a:r>
            <a:r>
              <a:rPr lang="ko-KR" altLang="en-US" sz="2000" dirty="0"/>
              <a:t>댄스게임이지만</a:t>
            </a:r>
            <a:r>
              <a:rPr lang="en-US" altLang="ko-KR" sz="2000" dirty="0"/>
              <a:t>, </a:t>
            </a:r>
            <a:r>
              <a:rPr lang="ko-KR" altLang="en-US" sz="2000" dirty="0"/>
              <a:t>결국 특정 점에서 노트를 따와 인식한다는 점에서 연속적이지 못해 댄스 부분에서 한계가 존재 </a:t>
            </a:r>
            <a:r>
              <a:rPr lang="en-US" altLang="ko-KR" sz="2000" dirty="0"/>
              <a:t>-&gt; </a:t>
            </a:r>
            <a:r>
              <a:rPr lang="ko-KR" altLang="en-US" sz="2000" dirty="0"/>
              <a:t>체험형 게임으로서는 결함</a:t>
            </a:r>
            <a:endParaRPr lang="en-US" altLang="ko-KR" sz="2000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62622-A5CC-6058-BF18-521BBFA2C385}"/>
              </a:ext>
            </a:extLst>
          </p:cNvPr>
          <p:cNvSpPr txBox="1"/>
          <p:nvPr/>
        </p:nvSpPr>
        <p:spPr>
          <a:xfrm>
            <a:off x="1097280" y="923636"/>
            <a:ext cx="9522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Just</a:t>
            </a:r>
            <a:r>
              <a:rPr lang="ko-KR" altLang="en-US" sz="3600" b="1" dirty="0"/>
              <a:t> </a:t>
            </a:r>
            <a:r>
              <a:rPr lang="en-US" altLang="ko-KR" sz="3600" b="1" dirty="0"/>
              <a:t>dance</a:t>
            </a:r>
            <a:r>
              <a:rPr lang="ko-KR" altLang="en-US" sz="3600" b="1" dirty="0"/>
              <a:t> 플레이 경험 기반 피드백</a:t>
            </a:r>
            <a:r>
              <a:rPr lang="en-US" altLang="ko-KR" sz="3600" b="1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0037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4720B-FFD9-85DE-2929-39AF583A9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CB6E23-96AC-9E5B-8B0C-3EB33B23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dirty="0"/>
              <a:t>피드백</a:t>
            </a:r>
            <a:r>
              <a:rPr lang="en-US" altLang="ko-KR" sz="3600" dirty="0"/>
              <a:t>, </a:t>
            </a:r>
            <a:r>
              <a:rPr lang="ko-KR" altLang="en-US" sz="3600" dirty="0"/>
              <a:t>고찰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FBCDC5-AD85-F267-7187-A4B00999A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피드백 </a:t>
            </a:r>
            <a:r>
              <a:rPr lang="en-US" altLang="ko-KR" sz="2400" dirty="0"/>
              <a:t>1.0: </a:t>
            </a:r>
          </a:p>
          <a:p>
            <a:pPr lvl="1"/>
            <a:r>
              <a:rPr lang="ko-KR" altLang="en-US" sz="2400" b="1" dirty="0"/>
              <a:t>사양</a:t>
            </a:r>
            <a:r>
              <a:rPr lang="en-US" altLang="ko-KR" sz="2400" b="1" dirty="0"/>
              <a:t>-</a:t>
            </a:r>
            <a:r>
              <a:rPr lang="ko-KR" altLang="en-US" sz="2400" b="1" dirty="0"/>
              <a:t>요구조건</a:t>
            </a:r>
            <a:r>
              <a:rPr lang="en-US" altLang="ko-KR" sz="2400" b="1" dirty="0"/>
              <a:t>: </a:t>
            </a:r>
            <a:br>
              <a:rPr lang="en-US" altLang="ko-KR" sz="2400" b="1" dirty="0"/>
            </a:br>
            <a:r>
              <a:rPr lang="en-US" altLang="ko-KR" sz="2400" dirty="0" err="1"/>
              <a:t>DanSparkling</a:t>
            </a:r>
            <a:r>
              <a:rPr lang="ko-KR" altLang="en-US" sz="2400" dirty="0"/>
              <a:t>과 같이 카메라 인식 사용으로 대체 가능</a:t>
            </a:r>
            <a:endParaRPr lang="en-US" altLang="ko-KR" sz="2400" dirty="0"/>
          </a:p>
          <a:p>
            <a:pPr marL="201168" lvl="1" indent="0">
              <a:buNone/>
            </a:pPr>
            <a:endParaRPr lang="en-US" altLang="ko-KR" sz="2400" dirty="0"/>
          </a:p>
          <a:p>
            <a:pPr marL="201168" lvl="1" indent="0">
              <a:buNone/>
            </a:pPr>
            <a:r>
              <a:rPr lang="ko-KR" altLang="en-US" sz="2400" dirty="0"/>
              <a:t>피드백 </a:t>
            </a:r>
            <a:r>
              <a:rPr lang="en-US" altLang="ko-KR" sz="2400" dirty="0"/>
              <a:t>1.1:</a:t>
            </a:r>
          </a:p>
          <a:p>
            <a:pPr lvl="2"/>
            <a:r>
              <a:rPr lang="ko-KR" altLang="en-US" sz="2400" b="1" dirty="0"/>
              <a:t>사양</a:t>
            </a:r>
            <a:r>
              <a:rPr lang="en-US" altLang="ko-KR" sz="2400" b="1" dirty="0"/>
              <a:t>-</a:t>
            </a:r>
            <a:r>
              <a:rPr lang="ko-KR" altLang="en-US" sz="2400" b="1" dirty="0"/>
              <a:t>요구조건</a:t>
            </a:r>
            <a:r>
              <a:rPr lang="en-US" altLang="ko-KR" sz="2400" b="1" dirty="0"/>
              <a:t>: </a:t>
            </a:r>
          </a:p>
          <a:p>
            <a:pPr marL="1024128" lvl="3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b="1" dirty="0">
                <a:hlinkClick r:id="rId2" action="ppaction://hlinksldjump"/>
              </a:rPr>
              <a:t>Just</a:t>
            </a:r>
            <a:r>
              <a:rPr lang="ko-KR" altLang="en-US" sz="2400" b="1" dirty="0">
                <a:hlinkClick r:id="rId2" action="ppaction://hlinksldjump"/>
              </a:rPr>
              <a:t> </a:t>
            </a:r>
            <a:r>
              <a:rPr lang="en-US" altLang="ko-KR" sz="2400" b="1" dirty="0">
                <a:hlinkClick r:id="rId2" action="ppaction://hlinksldjump"/>
              </a:rPr>
              <a:t>dance</a:t>
            </a:r>
            <a:r>
              <a:rPr lang="ko-KR" altLang="en-US" sz="2400" b="1" dirty="0">
                <a:hlinkClick r:id="rId2" action="ppaction://hlinksldjump"/>
              </a:rPr>
              <a:t> 플레이 경험 기반 피드백</a:t>
            </a:r>
            <a:r>
              <a:rPr lang="en-US" altLang="ko-KR" sz="2400" b="1" dirty="0">
                <a:hlinkClick r:id="rId2" action="ppaction://hlinksldjump"/>
              </a:rPr>
              <a:t>:</a:t>
            </a:r>
            <a:endParaRPr lang="en-US" altLang="ko-KR" sz="2400" b="1" dirty="0"/>
          </a:p>
          <a:p>
            <a:pPr marL="1024128" lvl="3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b="1" dirty="0" err="1">
                <a:hlinkClick r:id="rId3" action="ppaction://hlinksldjump"/>
              </a:rPr>
              <a:t>DanSparkling</a:t>
            </a:r>
            <a:r>
              <a:rPr lang="ko-KR" altLang="en-US" sz="2400" b="1" dirty="0">
                <a:hlinkClick r:id="rId3" action="ppaction://hlinksldjump"/>
              </a:rPr>
              <a:t>에 대한 고찰</a:t>
            </a:r>
            <a:r>
              <a:rPr lang="en-US" altLang="ko-KR" sz="2400" b="1" dirty="0">
                <a:hlinkClick r:id="rId3" action="ppaction://hlinksldjump"/>
              </a:rPr>
              <a:t>:</a:t>
            </a:r>
            <a:endParaRPr lang="en-US" altLang="ko-KR" sz="2400" b="1" dirty="0"/>
          </a:p>
          <a:p>
            <a:pPr marL="909828" lvl="3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b="1" dirty="0"/>
          </a:p>
          <a:p>
            <a:pPr marL="0" indent="0">
              <a:buNone/>
            </a:pPr>
            <a:endParaRPr lang="en-US" altLang="ko-KR" b="1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6804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34FBF0-5DDF-A018-3CAE-967C3FB2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DanSparkling</a:t>
            </a:r>
            <a:r>
              <a:rPr lang="ko-KR" altLang="en-US" b="1" dirty="0"/>
              <a:t>에 대한 고찰</a:t>
            </a:r>
            <a:r>
              <a:rPr lang="en-US" altLang="ko-KR" b="1" dirty="0"/>
              <a:t>: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F7D2A1-5641-4FF6-8B63-BE4C32AFB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092708" lvl="4" indent="-342900">
              <a:lnSpc>
                <a:spcPct val="170000"/>
              </a:lnSpc>
              <a:buFont typeface="+mj-lt"/>
              <a:buAutoNum type="arabicPeriod"/>
            </a:pPr>
            <a:r>
              <a:rPr lang="ko-KR" altLang="en-US" sz="1600" b="1" dirty="0"/>
              <a:t>카메라를 이용한 모션 감지라면 대안이 될 수도 있겠지만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결국 </a:t>
            </a:r>
            <a:r>
              <a:rPr lang="en-US" altLang="ko-KR" sz="1600" b="1" dirty="0"/>
              <a:t>AI</a:t>
            </a:r>
            <a:r>
              <a:rPr lang="ko-KR" altLang="en-US" sz="1600" b="1" dirty="0"/>
              <a:t>의 동작 인식능력이 관건이라 기술적 한계가 존재함</a:t>
            </a:r>
            <a:endParaRPr lang="en-US" altLang="ko-KR" sz="1600" b="1" dirty="0"/>
          </a:p>
          <a:p>
            <a:pPr marL="1092708" lvl="4" indent="-342900">
              <a:lnSpc>
                <a:spcPct val="170000"/>
              </a:lnSpc>
              <a:buFont typeface="+mj-lt"/>
              <a:buAutoNum type="arabicPeriod"/>
            </a:pPr>
            <a:r>
              <a:rPr lang="ko-KR" altLang="en-US" sz="1600" b="1" dirty="0"/>
              <a:t>해당 게임도 결국 </a:t>
            </a:r>
            <a:r>
              <a:rPr lang="ko-KR" altLang="en-US" sz="1600" b="1" dirty="0" err="1"/>
              <a:t>자이로센서</a:t>
            </a:r>
            <a:r>
              <a:rPr lang="ko-KR" altLang="en-US" sz="1600" b="1" dirty="0"/>
              <a:t> 대신 </a:t>
            </a:r>
            <a:r>
              <a:rPr lang="ko-KR" altLang="en-US" sz="1600" b="1" dirty="0" err="1"/>
              <a:t>웹캠이라는</a:t>
            </a:r>
            <a:r>
              <a:rPr lang="ko-KR" altLang="en-US" sz="1600" b="1" dirty="0"/>
              <a:t> 별도 장비를 요구하고</a:t>
            </a:r>
            <a:r>
              <a:rPr lang="en-US" altLang="ko-KR" sz="1600" b="1" dirty="0"/>
              <a:t>,</a:t>
            </a:r>
            <a:r>
              <a:rPr lang="ko-KR" altLang="en-US" sz="1600" b="1" dirty="0"/>
              <a:t> </a:t>
            </a:r>
            <a:br>
              <a:rPr lang="en-US" altLang="ko-KR" sz="1600" b="1" dirty="0"/>
            </a:br>
            <a:r>
              <a:rPr lang="en-US" altLang="ko-KR" sz="1600" b="1" dirty="0"/>
              <a:t>just dance</a:t>
            </a:r>
            <a:r>
              <a:rPr lang="ko-KR" altLang="en-US" sz="1600" b="1" dirty="0"/>
              <a:t>와 같이 특정 점에 대한 노트로 댄스를 인식한다는 한계는 공유</a:t>
            </a:r>
            <a:r>
              <a:rPr lang="en-US" altLang="ko-KR" sz="1600" b="1" dirty="0"/>
              <a:t>. </a:t>
            </a:r>
          </a:p>
          <a:p>
            <a:pPr marL="1092708" lvl="4" indent="-342900">
              <a:lnSpc>
                <a:spcPct val="170000"/>
              </a:lnSpc>
              <a:buFont typeface="+mj-lt"/>
              <a:buAutoNum type="arabicPeriod"/>
            </a:pPr>
            <a:r>
              <a:rPr lang="ko-KR" altLang="en-US" sz="1600" b="1" dirty="0"/>
              <a:t>더욱 안 좋은 점은 인식률이 떨어지고 어설프게 리듬게임의 노트를 적용해 </a:t>
            </a:r>
            <a:br>
              <a:rPr lang="en-US" altLang="ko-KR" sz="1600" b="1" dirty="0"/>
            </a:br>
            <a:r>
              <a:rPr lang="ko-KR" altLang="en-US" sz="1600" b="1" dirty="0"/>
              <a:t>플레이어의 동작을 특정 점에만 집중되고</a:t>
            </a:r>
            <a:r>
              <a:rPr lang="en-US" altLang="ko-KR" sz="1600" b="1" dirty="0"/>
              <a:t>, </a:t>
            </a:r>
            <a:br>
              <a:rPr lang="en-US" altLang="ko-KR" sz="1600" b="1" dirty="0"/>
            </a:br>
            <a:r>
              <a:rPr lang="ko-KR" altLang="en-US" sz="1600" b="1" dirty="0"/>
              <a:t>그것만 인식해서 </a:t>
            </a:r>
            <a:r>
              <a:rPr lang="en-US" altLang="ko-KR" sz="1600" b="1" dirty="0"/>
              <a:t>“</a:t>
            </a:r>
            <a:r>
              <a:rPr lang="ko-KR" altLang="en-US" sz="1600" b="1" dirty="0"/>
              <a:t>댄스</a:t>
            </a:r>
            <a:r>
              <a:rPr lang="en-US" altLang="ko-KR" sz="1600" b="1" dirty="0"/>
              <a:t>＂</a:t>
            </a:r>
            <a:r>
              <a:rPr lang="ko-KR" altLang="en-US" sz="1600" b="1" dirty="0"/>
              <a:t>라는 느낌을 들지 않게 함</a:t>
            </a:r>
            <a:r>
              <a:rPr lang="en-US" altLang="ko-KR" sz="1600" b="1" dirty="0"/>
              <a:t>. </a:t>
            </a:r>
            <a:r>
              <a:rPr lang="ko-KR" altLang="en-US" sz="1600" b="1" dirty="0"/>
              <a:t>결국 사용자 평가는 좋지 않음</a:t>
            </a:r>
            <a:r>
              <a:rPr lang="en-US" altLang="ko-KR" sz="1600" b="1" dirty="0"/>
              <a:t>. </a:t>
            </a:r>
          </a:p>
          <a:p>
            <a:pPr marL="1092708" lvl="4" indent="-342900">
              <a:lnSpc>
                <a:spcPct val="170000"/>
              </a:lnSpc>
              <a:buFont typeface="+mj-lt"/>
              <a:buAutoNum type="arabicPeriod"/>
            </a:pPr>
            <a:r>
              <a:rPr lang="en-US" altLang="ko-KR" sz="1600" b="1" dirty="0"/>
              <a:t>Just dance</a:t>
            </a:r>
            <a:r>
              <a:rPr lang="ko-KR" altLang="en-US" sz="1600" b="1" dirty="0"/>
              <a:t>는</a:t>
            </a:r>
            <a:r>
              <a:rPr lang="en-US" altLang="ko-KR" sz="1600" b="1" dirty="0"/>
              <a:t> </a:t>
            </a:r>
            <a:r>
              <a:rPr lang="ko-KR" altLang="en-US" sz="1600" b="1" dirty="0"/>
              <a:t>이러한 </a:t>
            </a:r>
            <a:r>
              <a:rPr lang="en-US" altLang="ko-KR" sz="1600" b="1" dirty="0"/>
              <a:t>dot</a:t>
            </a:r>
            <a:r>
              <a:rPr lang="ko-KR" altLang="en-US" sz="1600" b="1" dirty="0"/>
              <a:t> 문제를 미러 화면에서 </a:t>
            </a:r>
            <a:r>
              <a:rPr lang="ko-KR" altLang="en-US" sz="1600" b="1" dirty="0" err="1"/>
              <a:t>아바타가역동적</a:t>
            </a:r>
            <a:r>
              <a:rPr lang="ko-KR" altLang="en-US" sz="1600" b="1" dirty="0"/>
              <a:t> 행동을 취하고 특정 하이라이트에만 노트를 집중</a:t>
            </a:r>
            <a:r>
              <a:rPr lang="en-US" altLang="ko-KR" sz="1600" b="1" dirty="0"/>
              <a:t>, </a:t>
            </a:r>
            <a:r>
              <a:rPr lang="ko-KR" altLang="en-US" sz="1600" b="1" dirty="0"/>
              <a:t>밑에서는 리듬게임 형태의 동작 컷을 부분적으로 띄워 해소함</a:t>
            </a:r>
            <a:r>
              <a:rPr lang="en-US" altLang="ko-KR" sz="1600" b="1" dirty="0"/>
              <a:t>. </a:t>
            </a:r>
            <a:r>
              <a:rPr lang="ko-KR" altLang="en-US" sz="1600" b="1" dirty="0"/>
              <a:t>다만 플레이해본 바로는 이러한 부분은 사용자의 몰입 방해를 일으키기도 했음</a:t>
            </a:r>
            <a:endParaRPr lang="en-US" altLang="ko-KR" sz="1600" b="1" dirty="0"/>
          </a:p>
          <a:p>
            <a:pPr marL="909828" lvl="3" indent="-342900">
              <a:buFont typeface="+mj-lt"/>
              <a:buAutoNum type="arabicPeriod"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212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152AE-5C40-36E9-3F85-7FE1C59EE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7B2D4B-F6FD-B63B-CC40-E08F632E7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댄스</a:t>
            </a:r>
            <a:r>
              <a:rPr lang="en-US" altLang="ko-KR" dirty="0"/>
              <a:t>, </a:t>
            </a:r>
            <a:r>
              <a:rPr lang="ko-KR" altLang="en-US" dirty="0"/>
              <a:t>리듬 게임의 수요층을 끌어오면서 레벨 에디터를 선호하는 이들도 포용 가능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일반 창작자를 수용하여 비용을 절약하면서도 게임의 볼륨을 키울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4582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8BC87-5952-4768-E1E5-FEDAC569E2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4400" dirty="0"/>
              <a:t>게임 기획</a:t>
            </a:r>
            <a:r>
              <a:rPr lang="en-US" altLang="ko-KR" sz="4400" dirty="0"/>
              <a:t>: </a:t>
            </a:r>
            <a:r>
              <a:rPr lang="ko-KR" altLang="en-US" sz="3200" dirty="0"/>
              <a:t>어떻게 기획해야 하지</a:t>
            </a:r>
            <a:r>
              <a:rPr lang="en-US" altLang="ko-KR" sz="3200" dirty="0"/>
              <a:t>?</a:t>
            </a:r>
            <a:endParaRPr lang="ko-KR" altLang="en-US" sz="32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C926D9D-2352-EA89-8BF6-B16D1A98ED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재미이론과 기획의 양식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BE4BCC-A01A-BD4A-5893-CF616A86A4E7}"/>
              </a:ext>
            </a:extLst>
          </p:cNvPr>
          <p:cNvSpPr txBox="1"/>
          <p:nvPr/>
        </p:nvSpPr>
        <p:spPr>
          <a:xfrm>
            <a:off x="840509" y="758952"/>
            <a:ext cx="88576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/>
              <a:t>추가 내용</a:t>
            </a:r>
            <a:r>
              <a:rPr lang="en-US" altLang="ko-KR" sz="4000" dirty="0"/>
              <a:t>: </a:t>
            </a:r>
            <a:r>
              <a:rPr lang="ko-KR" altLang="en-US" sz="4000" dirty="0"/>
              <a:t>기획에 대한 기본 분석</a:t>
            </a:r>
          </a:p>
        </p:txBody>
      </p:sp>
    </p:spTree>
    <p:extLst>
      <p:ext uri="{BB962C8B-B14F-4D97-AF65-F5344CB8AC3E}">
        <p14:creationId xmlns:p14="http://schemas.microsoft.com/office/powerpoint/2010/main" val="91354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2299A-F67C-0657-83FF-39B1818E0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기획에 대해</a:t>
            </a:r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354B3FD2-5A7B-1B77-9976-203F943D4344}"/>
              </a:ext>
            </a:extLst>
          </p:cNvPr>
          <p:cNvSpPr txBox="1"/>
          <p:nvPr/>
        </p:nvSpPr>
        <p:spPr>
          <a:xfrm>
            <a:off x="1314450" y="2209800"/>
            <a:ext cx="8220075" cy="12192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62AB5AD9-A7B8-086D-8028-1B1491ECCA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615710"/>
              </p:ext>
            </p:extLst>
          </p:nvPr>
        </p:nvGraphicFramePr>
        <p:xfrm>
          <a:off x="9845675" y="1835150"/>
          <a:ext cx="14478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1447771" imgH="514350" progId="Package">
                  <p:embed/>
                </p:oleObj>
              </mc:Choice>
              <mc:Fallback>
                <p:oleObj name="포장기 셸 개체" showAsIcon="1" r:id="rId3" imgW="1447771" imgH="514350" progId="Package">
                  <p:embed/>
                  <p:pic>
                    <p:nvPicPr>
                      <p:cNvPr id="7" name="개체 6">
                        <a:extLst>
                          <a:ext uri="{FF2B5EF4-FFF2-40B4-BE49-F238E27FC236}">
                            <a16:creationId xmlns:a16="http://schemas.microsoft.com/office/drawing/2014/main" id="{62AB5AD9-A7B8-086D-8028-1B1491ECCA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845675" y="1835150"/>
                        <a:ext cx="144780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개체 7">
            <a:extLst>
              <a:ext uri="{FF2B5EF4-FFF2-40B4-BE49-F238E27FC236}">
                <a16:creationId xmlns:a16="http://schemas.microsoft.com/office/drawing/2014/main" id="{FE339240-4742-6399-9DF5-417C6BD701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981081"/>
              </p:ext>
            </p:extLst>
          </p:nvPr>
        </p:nvGraphicFramePr>
        <p:xfrm>
          <a:off x="10012362" y="2562225"/>
          <a:ext cx="11144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5" imgW="1114284" imgH="514350" progId="Package">
                  <p:embed/>
                </p:oleObj>
              </mc:Choice>
              <mc:Fallback>
                <p:oleObj name="포장기 셸 개체" showAsIcon="1" r:id="rId5" imgW="1114284" imgH="514350" progId="Package">
                  <p:embed/>
                  <p:pic>
                    <p:nvPicPr>
                      <p:cNvPr id="8" name="개체 7">
                        <a:extLst>
                          <a:ext uri="{FF2B5EF4-FFF2-40B4-BE49-F238E27FC236}">
                            <a16:creationId xmlns:a16="http://schemas.microsoft.com/office/drawing/2014/main" id="{FE339240-4742-6399-9DF5-417C6BD701F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012362" y="2562225"/>
                        <a:ext cx="1114425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다이어그램 8">
            <a:extLst>
              <a:ext uri="{FF2B5EF4-FFF2-40B4-BE49-F238E27FC236}">
                <a16:creationId xmlns:a16="http://schemas.microsoft.com/office/drawing/2014/main" id="{C7C677F7-49E4-0570-C4A5-DD180FAC89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4665102"/>
              </p:ext>
            </p:extLst>
          </p:nvPr>
        </p:nvGraphicFramePr>
        <p:xfrm>
          <a:off x="-594360" y="1988820"/>
          <a:ext cx="6503670" cy="44009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" name="다이어그램 10">
            <a:extLst>
              <a:ext uri="{FF2B5EF4-FFF2-40B4-BE49-F238E27FC236}">
                <a16:creationId xmlns:a16="http://schemas.microsoft.com/office/drawing/2014/main" id="{B1256DA6-D21B-DECA-7F0E-154DC4DDC8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3511474"/>
              </p:ext>
            </p:extLst>
          </p:nvPr>
        </p:nvGraphicFramePr>
        <p:xfrm>
          <a:off x="5083175" y="1835150"/>
          <a:ext cx="4606925" cy="4004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2" name="더하기 기호 11">
            <a:extLst>
              <a:ext uri="{FF2B5EF4-FFF2-40B4-BE49-F238E27FC236}">
                <a16:creationId xmlns:a16="http://schemas.microsoft.com/office/drawing/2014/main" id="{7389A512-5DE0-59EF-EF49-F4B2C228AA63}"/>
              </a:ext>
            </a:extLst>
          </p:cNvPr>
          <p:cNvSpPr/>
          <p:nvPr/>
        </p:nvSpPr>
        <p:spPr>
          <a:xfrm>
            <a:off x="8191500" y="5295900"/>
            <a:ext cx="971550" cy="101917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EC71F7-5146-05B5-2C30-E4FBEDC846FC}"/>
              </a:ext>
            </a:extLst>
          </p:cNvPr>
          <p:cNvSpPr/>
          <p:nvPr/>
        </p:nvSpPr>
        <p:spPr>
          <a:xfrm>
            <a:off x="9534525" y="5172075"/>
            <a:ext cx="2437765" cy="10424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13221D-CD3D-F046-87D9-FF61B1DFA338}"/>
              </a:ext>
            </a:extLst>
          </p:cNvPr>
          <p:cNvSpPr txBox="1"/>
          <p:nvPr/>
        </p:nvSpPr>
        <p:spPr>
          <a:xfrm>
            <a:off x="9772650" y="5543550"/>
            <a:ext cx="1933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세계관</a:t>
            </a:r>
            <a:r>
              <a:rPr lang="en-US" altLang="ko-KR" dirty="0"/>
              <a:t>, </a:t>
            </a:r>
            <a:r>
              <a:rPr lang="ko-KR" altLang="en-US" dirty="0"/>
              <a:t>배경설정</a:t>
            </a:r>
          </a:p>
        </p:txBody>
      </p:sp>
    </p:spTree>
    <p:extLst>
      <p:ext uri="{BB962C8B-B14F-4D97-AF65-F5344CB8AC3E}">
        <p14:creationId xmlns:p14="http://schemas.microsoft.com/office/powerpoint/2010/main" val="251473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P spid="12" grpId="0" animBg="1"/>
      <p:bldP spid="13" grpId="0" animBg="1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817E50-ED75-FEA3-35C9-454048ACB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494506"/>
            <a:ext cx="9308090" cy="989012"/>
          </a:xfrm>
        </p:spPr>
        <p:txBody>
          <a:bodyPr/>
          <a:lstStyle/>
          <a:p>
            <a:r>
              <a:rPr lang="ko-KR" altLang="en-US" dirty="0" err="1"/>
              <a:t>재미이론이란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EAB189E-C486-2823-6255-11DEDF430E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0174313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34A1FCDF-F940-C411-D407-9DD9ADE288EB}"/>
              </a:ext>
            </a:extLst>
          </p:cNvPr>
          <p:cNvSpPr/>
          <p:nvPr/>
        </p:nvSpPr>
        <p:spPr>
          <a:xfrm>
            <a:off x="5353844" y="3094182"/>
            <a:ext cx="397164" cy="2216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828F20F5-74CF-24EB-485C-7CCAD6C51D37}"/>
              </a:ext>
            </a:extLst>
          </p:cNvPr>
          <p:cNvSpPr/>
          <p:nvPr/>
        </p:nvSpPr>
        <p:spPr>
          <a:xfrm>
            <a:off x="5353844" y="4572649"/>
            <a:ext cx="397164" cy="22167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368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디스플레이, 텍스트, 소프트웨어이(가) 표시된 사진&#10;&#10;자동 생성된 설명">
            <a:extLst>
              <a:ext uri="{FF2B5EF4-FFF2-40B4-BE49-F238E27FC236}">
                <a16:creationId xmlns:a16="http://schemas.microsoft.com/office/drawing/2014/main" id="{4C77D1B0-E5E1-B466-22D4-FCC862D0D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538" y="340113"/>
            <a:ext cx="12159961" cy="160776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ED3120-47A8-6428-C1E9-19B9DDD5CD97}"/>
              </a:ext>
            </a:extLst>
          </p:cNvPr>
          <p:cNvSpPr txBox="1"/>
          <p:nvPr/>
        </p:nvSpPr>
        <p:spPr>
          <a:xfrm>
            <a:off x="424377" y="840510"/>
            <a:ext cx="48957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직관적으로 깨닫게 한다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39189A-8593-353D-AF69-DE1C55C6733A}"/>
              </a:ext>
            </a:extLst>
          </p:cNvPr>
          <p:cNvSpPr txBox="1"/>
          <p:nvPr/>
        </p:nvSpPr>
        <p:spPr>
          <a:xfrm>
            <a:off x="5992442" y="443459"/>
            <a:ext cx="70288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/>
              <a:t>직관에 반대되는 결과로 </a:t>
            </a:r>
            <a:endParaRPr lang="en-US" altLang="ko-KR" sz="3200" b="1" dirty="0"/>
          </a:p>
          <a:p>
            <a:r>
              <a:rPr lang="ko-KR" altLang="en-US" sz="3200" b="1" dirty="0"/>
              <a:t>풀어진 몰입을 </a:t>
            </a:r>
            <a:r>
              <a:rPr lang="ko-KR" altLang="en-US" sz="3200" b="1" dirty="0" err="1"/>
              <a:t>재개시킨다</a:t>
            </a:r>
            <a:r>
              <a:rPr lang="en-US" altLang="ko-KR" sz="3200" b="1" dirty="0"/>
              <a:t>.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8204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B89692A9-D4D3-5F09-6C0B-421E7F571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232400"/>
            <a:ext cx="10515600" cy="1422400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endParaRPr lang="en-US" altLang="ko-KR" b="1" dirty="0"/>
          </a:p>
          <a:p>
            <a:r>
              <a:rPr lang="ko-KR" altLang="en-US" b="1" dirty="0"/>
              <a:t>직감은 곧 즐거움 </a:t>
            </a:r>
            <a:endParaRPr lang="en-US" altLang="ko-KR" b="1" dirty="0"/>
          </a:p>
          <a:p>
            <a:pPr lvl="1"/>
            <a:r>
              <a:rPr lang="ko-KR" altLang="en-US" b="1" dirty="0"/>
              <a:t>지시하는 것이 아니라</a:t>
            </a:r>
            <a:r>
              <a:rPr lang="en-US" altLang="ko-KR" b="1" dirty="0"/>
              <a:t>, </a:t>
            </a:r>
            <a:r>
              <a:rPr lang="ko-KR" altLang="en-US" b="1" dirty="0"/>
              <a:t>자발적 체험을 만들어내는 디자인 </a:t>
            </a:r>
            <a:endParaRPr lang="en-US" altLang="ko-KR" b="1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656B3F5-49B5-AD9A-100F-010FF6D790F2}"/>
              </a:ext>
            </a:extLst>
          </p:cNvPr>
          <p:cNvSpPr/>
          <p:nvPr/>
        </p:nvSpPr>
        <p:spPr>
          <a:xfrm>
            <a:off x="2869914" y="203200"/>
            <a:ext cx="6452171" cy="10274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1" dirty="0"/>
              <a:t>직감 디자인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58009FD-88BE-F45D-A6E2-6010DFC4D17A}"/>
              </a:ext>
            </a:extLst>
          </p:cNvPr>
          <p:cNvSpPr/>
          <p:nvPr/>
        </p:nvSpPr>
        <p:spPr>
          <a:xfrm>
            <a:off x="2869914" y="1825517"/>
            <a:ext cx="1613043" cy="1422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가설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1357B5A-2452-F61B-E3F5-31D1BE1B7D63}"/>
              </a:ext>
            </a:extLst>
          </p:cNvPr>
          <p:cNvSpPr/>
          <p:nvPr/>
        </p:nvSpPr>
        <p:spPr>
          <a:xfrm>
            <a:off x="5289477" y="1811248"/>
            <a:ext cx="1613043" cy="1422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시행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BC659AA-4AE2-11D7-9D3C-69B1BBE1C946}"/>
              </a:ext>
            </a:extLst>
          </p:cNvPr>
          <p:cNvSpPr/>
          <p:nvPr/>
        </p:nvSpPr>
        <p:spPr>
          <a:xfrm>
            <a:off x="7709040" y="1837789"/>
            <a:ext cx="1613043" cy="1422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/>
              <a:t>환희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78EB9163-C984-3777-24ED-93BB07963A00}"/>
              </a:ext>
            </a:extLst>
          </p:cNvPr>
          <p:cNvSpPr/>
          <p:nvPr/>
        </p:nvSpPr>
        <p:spPr>
          <a:xfrm>
            <a:off x="4337404" y="2388883"/>
            <a:ext cx="1118176" cy="18122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A6E9DF2E-972B-1679-F80A-6974AD8126D4}"/>
              </a:ext>
            </a:extLst>
          </p:cNvPr>
          <p:cNvSpPr/>
          <p:nvPr/>
        </p:nvSpPr>
        <p:spPr>
          <a:xfrm>
            <a:off x="6765525" y="2403153"/>
            <a:ext cx="1118176" cy="181225"/>
          </a:xfrm>
          <a:prstGeom prst="rightArrow">
            <a:avLst/>
          </a:prstGeom>
          <a:solidFill>
            <a:schemeClr val="bg1">
              <a:lumMod val="95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9A78B7-7D2B-87B3-FC2C-F9F55937AE23}"/>
              </a:ext>
            </a:extLst>
          </p:cNvPr>
          <p:cNvSpPr txBox="1"/>
          <p:nvPr/>
        </p:nvSpPr>
        <p:spPr>
          <a:xfrm>
            <a:off x="2393878" y="3694365"/>
            <a:ext cx="7428215" cy="1015663"/>
          </a:xfrm>
          <a:prstGeom prst="rect">
            <a:avLst/>
          </a:prstGeom>
          <a:noFill/>
          <a:ln w="31750">
            <a:solidFill>
              <a:schemeClr val="accent1">
                <a:shade val="15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endParaRPr lang="en-US" altLang="ko-KR" sz="2000" dirty="0"/>
          </a:p>
          <a:p>
            <a:pPr algn="ctr"/>
            <a:r>
              <a:rPr lang="ko-KR" altLang="en-US" sz="2000" dirty="0"/>
              <a:t>체험을 디자인할 때 어떤 원칙에 따르면 될까 </a:t>
            </a:r>
            <a:r>
              <a:rPr lang="en-US" altLang="ko-KR" sz="2000" dirty="0"/>
              <a:t>? </a:t>
            </a:r>
          </a:p>
          <a:p>
            <a:pPr algn="ctr"/>
            <a:r>
              <a:rPr lang="ko-KR" altLang="en-US" sz="2000" dirty="0"/>
              <a:t>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5F86F1-1DF5-4061-A5F0-00017B5D22BE}"/>
              </a:ext>
            </a:extLst>
          </p:cNvPr>
          <p:cNvSpPr/>
          <p:nvPr/>
        </p:nvSpPr>
        <p:spPr>
          <a:xfrm>
            <a:off x="2640458" y="1677065"/>
            <a:ext cx="6904234" cy="1751936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13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7A55FF0-881B-FB50-DE20-735041FF0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154" y="0"/>
            <a:ext cx="3485317" cy="5271421"/>
          </a:xfrm>
          <a:prstGeom prst="rect">
            <a:avLst/>
          </a:prstGeom>
        </p:spPr>
      </p:pic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8DDC5FA5-065C-4A8C-1747-2D2D70D1B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232400"/>
            <a:ext cx="10515600" cy="1422400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endParaRPr lang="en-US" altLang="ko-KR" b="1" dirty="0"/>
          </a:p>
          <a:p>
            <a:r>
              <a:rPr lang="ko-KR" altLang="en-US" b="1" dirty="0"/>
              <a:t>자발적 체험을 끌어내기 위한 디자인</a:t>
            </a:r>
            <a:r>
              <a:rPr lang="en-US" altLang="ko-KR" b="1" dirty="0"/>
              <a:t>.</a:t>
            </a:r>
          </a:p>
          <a:p>
            <a:pPr lvl="1"/>
            <a:r>
              <a:rPr lang="en-US" altLang="ko-KR" b="1" dirty="0">
                <a:solidFill>
                  <a:srgbClr val="00B0F0"/>
                </a:solidFill>
              </a:rPr>
              <a:t>‘</a:t>
            </a:r>
            <a:r>
              <a:rPr lang="ko-KR" altLang="en-US" b="1" dirty="0">
                <a:solidFill>
                  <a:srgbClr val="00B0F0"/>
                </a:solidFill>
              </a:rPr>
              <a:t>재미있겠다</a:t>
            </a:r>
            <a:r>
              <a:rPr lang="en-US" altLang="ko-KR" b="1" dirty="0">
                <a:solidFill>
                  <a:srgbClr val="00B0F0"/>
                </a:solidFill>
              </a:rPr>
              <a:t>’</a:t>
            </a:r>
            <a:r>
              <a:rPr lang="ko-KR" altLang="en-US" b="1" dirty="0">
                <a:solidFill>
                  <a:srgbClr val="00B0F0"/>
                </a:solidFill>
              </a:rPr>
              <a:t>는 생각이 들기 전에 </a:t>
            </a:r>
            <a:r>
              <a:rPr lang="en-US" altLang="ko-KR" b="1" dirty="0">
                <a:solidFill>
                  <a:srgbClr val="00B0F0"/>
                </a:solidFill>
              </a:rPr>
              <a:t>‘</a:t>
            </a:r>
            <a:r>
              <a:rPr lang="ko-KR" altLang="en-US" b="1" dirty="0">
                <a:solidFill>
                  <a:srgbClr val="00B0F0"/>
                </a:solidFill>
              </a:rPr>
              <a:t>오른쪽으로 가 </a:t>
            </a:r>
            <a:r>
              <a:rPr lang="ko-KR" altLang="en-US" b="1" dirty="0" err="1">
                <a:solidFill>
                  <a:srgbClr val="00B0F0"/>
                </a:solidFill>
              </a:rPr>
              <a:t>봐야지</a:t>
            </a:r>
            <a:r>
              <a:rPr lang="en-US" altLang="ko-KR" b="1" dirty="0">
                <a:solidFill>
                  <a:srgbClr val="00B0F0"/>
                </a:solidFill>
              </a:rPr>
              <a:t>’</a:t>
            </a:r>
            <a:r>
              <a:rPr lang="ko-KR" altLang="en-US" b="1" dirty="0">
                <a:solidFill>
                  <a:srgbClr val="00B0F0"/>
                </a:solidFill>
              </a:rPr>
              <a:t>라고 생각하게 만든다</a:t>
            </a:r>
            <a:r>
              <a:rPr lang="en-US" altLang="ko-KR" b="1" dirty="0">
                <a:solidFill>
                  <a:srgbClr val="00B0F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4976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2608553B-ED60-ADE4-0692-9CF0BCED4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31" y="228240"/>
            <a:ext cx="2115409" cy="22615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F0FFF66-8B42-1A87-4327-3A97E793B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096" y="0"/>
            <a:ext cx="2986702" cy="24548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6995428-AD31-A18C-8B8E-51DDC4FB6B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5268" y="1"/>
            <a:ext cx="3029300" cy="248983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750345-32E7-944B-669D-0E2F8D98A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326" y="0"/>
            <a:ext cx="2986703" cy="245482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7E4B7AB-CF2F-1E1C-7FB7-0D71582791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616200"/>
            <a:ext cx="3029299" cy="24898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F1389FF-1691-A391-604B-9C23F2A678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9296" y="2616200"/>
            <a:ext cx="2986703" cy="245482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14EF786-3EA1-C7D3-693E-ECDF59CDAA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5996" y="2616200"/>
            <a:ext cx="2986703" cy="245482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E7E9ED4-0484-9171-269D-A752A88FFF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2696" y="2616200"/>
            <a:ext cx="2986703" cy="2454824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DF80EF-2FDA-BBA3-824C-C1AA1773F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F24E17C0-03FA-D87D-394E-30CF43773A28}"/>
              </a:ext>
            </a:extLst>
          </p:cNvPr>
          <p:cNvSpPr txBox="1">
            <a:spLocks/>
          </p:cNvSpPr>
          <p:nvPr/>
        </p:nvSpPr>
        <p:spPr>
          <a:xfrm>
            <a:off x="838199" y="5232400"/>
            <a:ext cx="10515600" cy="1422400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1"/>
          </a:p>
          <a:p>
            <a:r>
              <a:rPr lang="ko-KR" altLang="en-US" b="1"/>
              <a:t>직감 디자인을 잘 연결하는 </a:t>
            </a:r>
            <a:r>
              <a:rPr lang="en-US" altLang="ko-KR" b="1"/>
              <a:t>3</a:t>
            </a:r>
            <a:r>
              <a:rPr lang="ko-KR" altLang="en-US" b="1"/>
              <a:t>가지 포인트</a:t>
            </a:r>
            <a:r>
              <a:rPr lang="en-US" altLang="ko-KR" b="1"/>
              <a:t>.</a:t>
            </a:r>
          </a:p>
          <a:p>
            <a:pPr lvl="1"/>
            <a:r>
              <a:rPr lang="en-US" altLang="ko-KR" b="1">
                <a:solidFill>
                  <a:srgbClr val="00B0F0"/>
                </a:solidFill>
              </a:rPr>
              <a:t>1 </a:t>
            </a:r>
            <a:r>
              <a:rPr lang="ko-KR" altLang="en-US" b="1">
                <a:solidFill>
                  <a:srgbClr val="00B0F0"/>
                </a:solidFill>
              </a:rPr>
              <a:t>적절히 긴 직감 디자인 </a:t>
            </a:r>
            <a:endParaRPr lang="en-US" altLang="ko-KR" b="1">
              <a:solidFill>
                <a:srgbClr val="00B0F0"/>
              </a:solidFill>
            </a:endParaRPr>
          </a:p>
          <a:p>
            <a:pPr lvl="1"/>
            <a:r>
              <a:rPr lang="en-US" altLang="ko-KR" b="1">
                <a:solidFill>
                  <a:srgbClr val="00B0F0"/>
                </a:solidFill>
              </a:rPr>
              <a:t>2 </a:t>
            </a:r>
            <a:r>
              <a:rPr lang="ko-KR" altLang="en-US" b="1">
                <a:solidFill>
                  <a:srgbClr val="00B0F0"/>
                </a:solidFill>
              </a:rPr>
              <a:t>각각의 직감 디자인 체험은 짧은 시간 내에 완결 </a:t>
            </a:r>
            <a:endParaRPr lang="en-US" altLang="ko-KR" b="1">
              <a:solidFill>
                <a:srgbClr val="00B0F0"/>
              </a:solidFill>
            </a:endParaRPr>
          </a:p>
          <a:p>
            <a:pPr lvl="1"/>
            <a:r>
              <a:rPr lang="en-US" altLang="ko-KR" b="1">
                <a:solidFill>
                  <a:srgbClr val="00B0F0"/>
                </a:solidFill>
              </a:rPr>
              <a:t>3 </a:t>
            </a:r>
            <a:r>
              <a:rPr lang="ko-KR" altLang="en-US" b="1">
                <a:solidFill>
                  <a:srgbClr val="00B0F0"/>
                </a:solidFill>
              </a:rPr>
              <a:t>직감 디자인의 성공률을 높인다</a:t>
            </a:r>
            <a:r>
              <a:rPr lang="en-US" altLang="ko-KR" b="1">
                <a:solidFill>
                  <a:srgbClr val="00B0F0"/>
                </a:solidFill>
              </a:rPr>
              <a:t>. (</a:t>
            </a:r>
            <a:r>
              <a:rPr lang="ko-KR" altLang="en-US" b="1">
                <a:solidFill>
                  <a:srgbClr val="00B0F0"/>
                </a:solidFill>
              </a:rPr>
              <a:t>어떻게 </a:t>
            </a:r>
            <a:r>
              <a:rPr lang="en-US" altLang="ko-KR" b="1">
                <a:solidFill>
                  <a:srgbClr val="00B0F0"/>
                </a:solidFill>
              </a:rPr>
              <a:t>? </a:t>
            </a:r>
            <a:r>
              <a:rPr lang="ko-KR" altLang="en-US" b="1">
                <a:solidFill>
                  <a:srgbClr val="00B0F0"/>
                </a:solidFill>
              </a:rPr>
              <a:t>쉽고 단순하게</a:t>
            </a:r>
            <a:r>
              <a:rPr lang="en-US" altLang="ko-KR" b="1">
                <a:solidFill>
                  <a:srgbClr val="00B0F0"/>
                </a:solidFill>
              </a:rPr>
              <a:t>..)</a:t>
            </a:r>
            <a:endParaRPr lang="en-US" altLang="ko-KR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447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8DDC5FA5-065C-4A8C-1747-2D2D70D1B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904509"/>
            <a:ext cx="10515600" cy="1750291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b="1" dirty="0"/>
              <a:t>풀게 되는 문제와 그렇지 않은 문제</a:t>
            </a:r>
            <a:r>
              <a:rPr lang="en-US" altLang="ko-KR" b="1" dirty="0"/>
              <a:t>. </a:t>
            </a:r>
          </a:p>
          <a:p>
            <a:pPr lvl="1"/>
            <a:r>
              <a:rPr lang="en-US" altLang="ko-KR" b="1" dirty="0">
                <a:solidFill>
                  <a:srgbClr val="00B0F0"/>
                </a:solidFill>
              </a:rPr>
              <a:t>1+1=?.</a:t>
            </a:r>
          </a:p>
          <a:p>
            <a:r>
              <a:rPr lang="ko-KR" altLang="en-US" b="1" dirty="0">
                <a:solidFill>
                  <a:srgbClr val="00B0F0"/>
                </a:solidFill>
              </a:rPr>
              <a:t>직감 디자인 </a:t>
            </a:r>
            <a:r>
              <a:rPr lang="en-US" altLang="ko-KR" b="1" dirty="0">
                <a:solidFill>
                  <a:srgbClr val="00B0F0"/>
                </a:solidFill>
              </a:rPr>
              <a:t>1</a:t>
            </a:r>
            <a:r>
              <a:rPr lang="ko-KR" altLang="en-US" b="1" dirty="0">
                <a:solidFill>
                  <a:srgbClr val="00B0F0"/>
                </a:solidFill>
              </a:rPr>
              <a:t>단계  가설 체험의 성공 확률을 높이려면               쉽고 단순하게 만드는 것이 절대적 조건 </a:t>
            </a:r>
            <a:endParaRPr lang="en-US" altLang="ko-KR" b="1" dirty="0">
              <a:solidFill>
                <a:srgbClr val="00B0F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37372-FB82-7D89-008A-C87ABF5248E3}"/>
              </a:ext>
            </a:extLst>
          </p:cNvPr>
          <p:cNvSpPr txBox="1"/>
          <p:nvPr/>
        </p:nvSpPr>
        <p:spPr>
          <a:xfrm>
            <a:off x="838199" y="914400"/>
            <a:ext cx="10515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0" b="1" dirty="0">
                <a:latin typeface="Press Start 2P" panose="02000503000000000000" pitchFamily="1" charset="0"/>
              </a:rPr>
              <a:t>28x4=?</a:t>
            </a:r>
          </a:p>
          <a:p>
            <a:pPr algn="ctr"/>
            <a:endParaRPr lang="en-US" altLang="ko-KR" sz="8000" b="1" dirty="0">
              <a:latin typeface="Press Start 2P" panose="02000503000000000000" pitchFamily="1" charset="0"/>
            </a:endParaRPr>
          </a:p>
          <a:p>
            <a:pPr algn="ctr"/>
            <a:r>
              <a:rPr lang="en-US" altLang="ko-KR" sz="8000" b="1" dirty="0">
                <a:latin typeface="Press Start 2P" panose="02000503000000000000" pitchFamily="1" charset="0"/>
              </a:rPr>
              <a:t>39271/23=?</a:t>
            </a:r>
            <a:endParaRPr lang="ko-KR" altLang="en-US" sz="8000" b="1" dirty="0">
              <a:latin typeface="Press Start 2P" panose="02000503000000000000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509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8DDC5FA5-065C-4A8C-1747-2D2D70D1B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5232400"/>
            <a:ext cx="10515600" cy="1422400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b="1" dirty="0"/>
              <a:t>전달을 포기한 메시지</a:t>
            </a:r>
            <a:r>
              <a:rPr lang="en-US" altLang="ko-KR" b="1" dirty="0"/>
              <a:t>.  - </a:t>
            </a:r>
            <a:r>
              <a:rPr lang="ko-KR" altLang="en-US" b="1" dirty="0"/>
              <a:t>말로 하는 전달</a:t>
            </a:r>
            <a:r>
              <a:rPr lang="en-US" altLang="ko-KR" b="1" dirty="0"/>
              <a:t>,   </a:t>
            </a:r>
            <a:r>
              <a:rPr lang="ko-KR" altLang="en-US" b="1" dirty="0"/>
              <a:t>배치로 하는 전달  </a:t>
            </a:r>
            <a:endParaRPr lang="en-US" altLang="ko-KR" b="1" dirty="0"/>
          </a:p>
          <a:p>
            <a:pPr lvl="1"/>
            <a:r>
              <a:rPr lang="ko-KR" altLang="en-US" b="1" dirty="0">
                <a:solidFill>
                  <a:srgbClr val="00B0F0"/>
                </a:solidFill>
              </a:rPr>
              <a:t>거미집은 검이나 막대기로 찢어지지 않는다</a:t>
            </a:r>
            <a:r>
              <a:rPr lang="en-US" altLang="ko-KR" b="1" dirty="0">
                <a:solidFill>
                  <a:srgbClr val="00B0F0"/>
                </a:solidFill>
              </a:rPr>
              <a:t>.</a:t>
            </a:r>
          </a:p>
          <a:p>
            <a:pPr lvl="1"/>
            <a:r>
              <a:rPr lang="ko-KR" altLang="en-US" b="1" dirty="0">
                <a:solidFill>
                  <a:srgbClr val="00B0F0"/>
                </a:solidFill>
              </a:rPr>
              <a:t>불을 붙인 막대기로 거미집을 태운다</a:t>
            </a:r>
            <a:r>
              <a:rPr lang="en-US" altLang="ko-KR" b="1" dirty="0">
                <a:solidFill>
                  <a:srgbClr val="00B0F0"/>
                </a:solidFill>
              </a:rPr>
              <a:t>.  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BD10EC3-9A97-7996-325E-9302981EAA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59"/>
          <a:stretch/>
        </p:blipFill>
        <p:spPr>
          <a:xfrm>
            <a:off x="3150524" y="0"/>
            <a:ext cx="6250455" cy="4944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32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8DDC5FA5-065C-4A8C-1747-2D2D70D1B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688379"/>
            <a:ext cx="10515600" cy="1966422"/>
          </a:xfrm>
          <a:ln w="127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ko-KR" altLang="en-US" b="1" dirty="0"/>
              <a:t>실현해주는 플레이어</a:t>
            </a:r>
            <a:r>
              <a:rPr lang="en-US" altLang="ko-KR" b="1" dirty="0"/>
              <a:t>.  - </a:t>
            </a:r>
            <a:r>
              <a:rPr lang="ko-KR" altLang="en-US" b="1" dirty="0"/>
              <a:t>직관을 만들어 내는 원동력 </a:t>
            </a:r>
            <a:endParaRPr lang="en-US" altLang="ko-KR" b="1" dirty="0"/>
          </a:p>
          <a:p>
            <a:pPr lvl="1"/>
            <a:r>
              <a:rPr lang="ko-KR" altLang="en-US" b="1" dirty="0" err="1">
                <a:solidFill>
                  <a:srgbClr val="00B0F0"/>
                </a:solidFill>
              </a:rPr>
              <a:t>마리오는</a:t>
            </a:r>
            <a:r>
              <a:rPr lang="ko-KR" altLang="en-US" b="1" dirty="0">
                <a:solidFill>
                  <a:srgbClr val="00B0F0"/>
                </a:solidFill>
              </a:rPr>
              <a:t>  사람들의 공통된 생각과 마음</a:t>
            </a:r>
            <a:r>
              <a:rPr lang="en-US" altLang="ko-KR" b="1" dirty="0">
                <a:solidFill>
                  <a:srgbClr val="00B0F0"/>
                </a:solidFill>
              </a:rPr>
              <a:t>(</a:t>
            </a:r>
            <a:r>
              <a:rPr lang="ko-KR" altLang="en-US" b="1" dirty="0">
                <a:solidFill>
                  <a:srgbClr val="00B0F0"/>
                </a:solidFill>
              </a:rPr>
              <a:t>기질</a:t>
            </a:r>
            <a:r>
              <a:rPr lang="en-US" altLang="ko-KR" b="1" dirty="0">
                <a:solidFill>
                  <a:srgbClr val="00B0F0"/>
                </a:solidFill>
              </a:rPr>
              <a:t>)</a:t>
            </a:r>
            <a:r>
              <a:rPr lang="ko-KR" altLang="en-US" b="1" dirty="0">
                <a:solidFill>
                  <a:srgbClr val="00B0F0"/>
                </a:solidFill>
              </a:rPr>
              <a:t>을 이용하고</a:t>
            </a:r>
            <a:endParaRPr lang="en-US" altLang="ko-KR" b="1" dirty="0">
              <a:solidFill>
                <a:srgbClr val="00B0F0"/>
              </a:solidFill>
            </a:endParaRPr>
          </a:p>
          <a:p>
            <a:pPr lvl="2"/>
            <a:r>
              <a:rPr lang="ko-KR" altLang="en-US" b="1" dirty="0" err="1">
                <a:solidFill>
                  <a:srgbClr val="00B0F0"/>
                </a:solidFill>
              </a:rPr>
              <a:t>마리오는</a:t>
            </a:r>
            <a:r>
              <a:rPr lang="ko-KR" altLang="en-US" b="1" dirty="0">
                <a:solidFill>
                  <a:srgbClr val="00B0F0"/>
                </a:solidFill>
              </a:rPr>
              <a:t> 보여주는 직관을 통해  즉각적인 행동을 유도한다</a:t>
            </a:r>
            <a:r>
              <a:rPr lang="en-US" altLang="ko-KR" b="1" dirty="0">
                <a:solidFill>
                  <a:srgbClr val="00B0F0"/>
                </a:solidFill>
              </a:rPr>
              <a:t>. </a:t>
            </a:r>
          </a:p>
          <a:p>
            <a:pPr lvl="1"/>
            <a:r>
              <a:rPr lang="ko-KR" altLang="en-US" b="1" dirty="0" err="1">
                <a:solidFill>
                  <a:srgbClr val="00B0F0"/>
                </a:solidFill>
              </a:rPr>
              <a:t>젤다는</a:t>
            </a:r>
            <a:r>
              <a:rPr lang="ko-KR" altLang="en-US" b="1" dirty="0">
                <a:solidFill>
                  <a:srgbClr val="00B0F0"/>
                </a:solidFill>
              </a:rPr>
              <a:t> 사람들의 공통된 기억</a:t>
            </a:r>
            <a:r>
              <a:rPr lang="en-US" altLang="ko-KR" b="1" dirty="0">
                <a:solidFill>
                  <a:srgbClr val="00B0F0"/>
                </a:solidFill>
              </a:rPr>
              <a:t>(</a:t>
            </a:r>
            <a:r>
              <a:rPr lang="ko-KR" altLang="en-US" b="1" dirty="0" err="1">
                <a:solidFill>
                  <a:srgbClr val="00B0F0"/>
                </a:solidFill>
              </a:rPr>
              <a:t>원의식</a:t>
            </a:r>
            <a:r>
              <a:rPr lang="en-US" altLang="ko-KR" b="1" dirty="0">
                <a:solidFill>
                  <a:srgbClr val="00B0F0"/>
                </a:solidFill>
              </a:rPr>
              <a:t>)</a:t>
            </a:r>
            <a:r>
              <a:rPr lang="ko-KR" altLang="en-US" b="1" dirty="0">
                <a:solidFill>
                  <a:srgbClr val="00B0F0"/>
                </a:solidFill>
              </a:rPr>
              <a:t>을 이용하고 있다</a:t>
            </a:r>
            <a:r>
              <a:rPr lang="en-US" altLang="ko-KR" b="1" dirty="0">
                <a:solidFill>
                  <a:srgbClr val="00B0F0"/>
                </a:solidFill>
              </a:rPr>
              <a:t>.  </a:t>
            </a:r>
          </a:p>
          <a:p>
            <a:pPr lvl="2"/>
            <a:r>
              <a:rPr lang="ko-KR" altLang="en-US" b="1" dirty="0" err="1">
                <a:solidFill>
                  <a:srgbClr val="00B0F0"/>
                </a:solidFill>
              </a:rPr>
              <a:t>젤다는</a:t>
            </a:r>
            <a:r>
              <a:rPr lang="ko-KR" altLang="en-US" b="1" dirty="0">
                <a:solidFill>
                  <a:srgbClr val="00B0F0"/>
                </a:solidFill>
              </a:rPr>
              <a:t> 이것도 되나 </a:t>
            </a:r>
            <a:r>
              <a:rPr lang="en-US" altLang="ko-KR" b="1" dirty="0">
                <a:solidFill>
                  <a:srgbClr val="00B0F0"/>
                </a:solidFill>
              </a:rPr>
              <a:t>?  </a:t>
            </a:r>
            <a:r>
              <a:rPr lang="ko-KR" altLang="en-US" b="1" dirty="0">
                <a:solidFill>
                  <a:srgbClr val="00B0F0"/>
                </a:solidFill>
              </a:rPr>
              <a:t>어 되네</a:t>
            </a:r>
            <a:r>
              <a:rPr lang="en-US" altLang="ko-KR" b="1" dirty="0">
                <a:solidFill>
                  <a:srgbClr val="00B0F0"/>
                </a:solidFill>
              </a:rPr>
              <a:t> !   </a:t>
            </a:r>
            <a:r>
              <a:rPr lang="ko-KR" altLang="en-US" b="1" dirty="0">
                <a:solidFill>
                  <a:srgbClr val="00B0F0"/>
                </a:solidFill>
              </a:rPr>
              <a:t>나무가 탈까 </a:t>
            </a:r>
            <a:r>
              <a:rPr lang="en-US" altLang="ko-KR" b="1" dirty="0">
                <a:solidFill>
                  <a:srgbClr val="00B0F0"/>
                </a:solidFill>
              </a:rPr>
              <a:t>? </a:t>
            </a:r>
            <a:r>
              <a:rPr lang="ko-KR" altLang="en-US" b="1" dirty="0">
                <a:solidFill>
                  <a:srgbClr val="00B0F0"/>
                </a:solidFill>
              </a:rPr>
              <a:t>어 타네 </a:t>
            </a:r>
            <a:r>
              <a:rPr lang="en-US" altLang="ko-KR" b="1" dirty="0">
                <a:solidFill>
                  <a:srgbClr val="00B0F0"/>
                </a:solidFill>
              </a:rPr>
              <a:t>?</a:t>
            </a:r>
            <a:r>
              <a:rPr lang="ko-KR" altLang="en-US" b="1" dirty="0">
                <a:solidFill>
                  <a:srgbClr val="00B0F0"/>
                </a:solidFill>
              </a:rPr>
              <a:t>  횃불이 되나 </a:t>
            </a:r>
            <a:r>
              <a:rPr lang="en-US" altLang="ko-KR" b="1" dirty="0">
                <a:solidFill>
                  <a:srgbClr val="00B0F0"/>
                </a:solidFill>
              </a:rPr>
              <a:t>?  </a:t>
            </a:r>
            <a:r>
              <a:rPr lang="ko-KR" altLang="en-US" b="1" dirty="0">
                <a:solidFill>
                  <a:srgbClr val="00B0F0"/>
                </a:solidFill>
              </a:rPr>
              <a:t>어 되네 </a:t>
            </a:r>
            <a:r>
              <a:rPr lang="en-US" altLang="ko-KR" b="1" dirty="0">
                <a:solidFill>
                  <a:srgbClr val="00B0F0"/>
                </a:solidFill>
              </a:rPr>
              <a:t>? 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D1647D3-5E68-4FB4-BAAD-633A92E58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15" y="54033"/>
            <a:ext cx="4438769" cy="426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9953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76B6670-C6B1-45DB-A7C7-8975255DA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645" y="1586501"/>
            <a:ext cx="4387355" cy="527149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E8992665-81AC-ED01-63AA-16B856C27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직감 디자인의 연속과 쌓이는 피로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92DF5E-D3B3-20BF-2874-851C0BA9D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직감 디자인의 가설</a:t>
            </a:r>
            <a:r>
              <a:rPr lang="en-US" altLang="ko-KR" dirty="0"/>
              <a:t>-&gt; </a:t>
            </a:r>
            <a:r>
              <a:rPr lang="ko-KR" altLang="en-US" dirty="0"/>
              <a:t>시행</a:t>
            </a:r>
            <a:r>
              <a:rPr lang="en-US" altLang="ko-KR" dirty="0"/>
              <a:t>-&gt; </a:t>
            </a:r>
            <a:r>
              <a:rPr lang="ko-KR" altLang="en-US" dirty="0"/>
              <a:t>환희 중 </a:t>
            </a:r>
            <a:endParaRPr lang="en-US" altLang="ko-KR" dirty="0"/>
          </a:p>
          <a:p>
            <a:pPr lvl="1"/>
            <a:r>
              <a:rPr lang="ko-KR" altLang="en-US" dirty="0"/>
              <a:t>가설과 시행 체험은 스트레스를 유발</a:t>
            </a:r>
            <a:endParaRPr lang="en-US" altLang="ko-KR" dirty="0"/>
          </a:p>
          <a:p>
            <a:pPr lvl="2"/>
            <a:r>
              <a:rPr lang="ko-KR" altLang="en-US" dirty="0"/>
              <a:t>가설 </a:t>
            </a:r>
            <a:r>
              <a:rPr lang="en-US" altLang="ko-KR" dirty="0"/>
              <a:t>– </a:t>
            </a:r>
            <a:r>
              <a:rPr lang="ko-KR" altLang="en-US" dirty="0"/>
              <a:t>옳고 그름을 알지 못하는 불안 </a:t>
            </a:r>
            <a:endParaRPr lang="en-US" altLang="ko-KR" dirty="0"/>
          </a:p>
          <a:p>
            <a:pPr lvl="2"/>
            <a:r>
              <a:rPr lang="ko-KR" altLang="en-US" dirty="0"/>
              <a:t>시행 </a:t>
            </a:r>
            <a:r>
              <a:rPr lang="en-US" altLang="ko-KR" dirty="0"/>
              <a:t>– </a:t>
            </a:r>
            <a:r>
              <a:rPr lang="ko-KR" altLang="en-US" dirty="0"/>
              <a:t>가설에 불과한 것을 시도하는 불안 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바꿔 말하면 플레이어는 불안 </a:t>
            </a:r>
            <a:r>
              <a:rPr lang="en-US" altLang="ko-KR" dirty="0"/>
              <a:t>-&gt; </a:t>
            </a:r>
            <a:r>
              <a:rPr lang="ko-KR" altLang="en-US" dirty="0"/>
              <a:t>환희로 구동</a:t>
            </a:r>
            <a:endParaRPr lang="en-US" altLang="ko-KR" dirty="0"/>
          </a:p>
          <a:p>
            <a:pPr lvl="2"/>
            <a:r>
              <a:rPr lang="ko-KR" altLang="en-US" dirty="0"/>
              <a:t>불안과 환희의 반복은 피로도를 높임 </a:t>
            </a:r>
            <a:endParaRPr lang="en-US" altLang="ko-KR" dirty="0"/>
          </a:p>
          <a:p>
            <a:pPr lvl="1"/>
            <a:r>
              <a:rPr lang="ko-KR" altLang="en-US" dirty="0"/>
              <a:t>잘 만들어진 직감 디자인이라도 </a:t>
            </a:r>
            <a:endParaRPr lang="en-US" altLang="ko-KR" dirty="0"/>
          </a:p>
          <a:p>
            <a:pPr lvl="2"/>
            <a:r>
              <a:rPr lang="ko-KR" altLang="en-US" dirty="0"/>
              <a:t>비슷한 체험이 반복되면 싫증을 피할 수 없음</a:t>
            </a:r>
            <a:endParaRPr lang="en-US" altLang="ko-KR" dirty="0"/>
          </a:p>
          <a:p>
            <a:pPr lvl="1"/>
            <a:r>
              <a:rPr lang="ko-KR" altLang="en-US" dirty="0"/>
              <a:t>동일한 자극은 </a:t>
            </a:r>
            <a:r>
              <a:rPr lang="ko-KR" altLang="en-US" dirty="0" err="1"/>
              <a:t>역치를</a:t>
            </a:r>
            <a:r>
              <a:rPr lang="ko-KR" altLang="en-US" dirty="0"/>
              <a:t> 발생시킴</a:t>
            </a:r>
            <a:r>
              <a:rPr lang="en-US" altLang="ko-KR" dirty="0"/>
              <a:t>. </a:t>
            </a:r>
          </a:p>
          <a:p>
            <a:pPr lvl="1"/>
            <a:r>
              <a:rPr lang="ko-KR" altLang="en-US" dirty="0"/>
              <a:t>심리학에선 </a:t>
            </a:r>
            <a:r>
              <a:rPr lang="en-US" altLang="ko-KR" dirty="0"/>
              <a:t>‘</a:t>
            </a:r>
            <a:r>
              <a:rPr lang="ko-KR" altLang="en-US" dirty="0"/>
              <a:t>심적포화</a:t>
            </a:r>
            <a:r>
              <a:rPr lang="en-US" altLang="ko-KR" dirty="0"/>
              <a:t>‘ </a:t>
            </a:r>
            <a:r>
              <a:rPr lang="ko-KR" altLang="en-US" dirty="0"/>
              <a:t>또는 </a:t>
            </a:r>
            <a:r>
              <a:rPr lang="en-US" altLang="ko-KR" dirty="0"/>
              <a:t>‘</a:t>
            </a:r>
            <a:r>
              <a:rPr lang="ko-KR" altLang="en-US" dirty="0"/>
              <a:t>심적 순화</a:t>
            </a:r>
            <a:r>
              <a:rPr lang="en-US" altLang="ko-KR" dirty="0"/>
              <a:t>＇</a:t>
            </a:r>
            <a:r>
              <a:rPr lang="ko-KR" altLang="en-US" dirty="0"/>
              <a:t>라 함</a:t>
            </a:r>
            <a:endParaRPr lang="en-US" altLang="ko-KR" dirty="0"/>
          </a:p>
          <a:p>
            <a:r>
              <a:rPr lang="ko-KR" altLang="en-US" dirty="0"/>
              <a:t>학습할 내용이 많은 </a:t>
            </a:r>
            <a:r>
              <a:rPr lang="ko-KR" altLang="en-US" dirty="0" err="1"/>
              <a:t>드퀘는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r>
              <a:rPr lang="ko-KR" altLang="en-US" dirty="0"/>
              <a:t>피로와 싫증에 대비해 </a:t>
            </a:r>
            <a:r>
              <a:rPr lang="ko-KR" altLang="en-US" dirty="0" err="1"/>
              <a:t>부비부비로</a:t>
            </a:r>
            <a:r>
              <a:rPr lang="ko-KR" altLang="en-US" dirty="0"/>
              <a:t> 대처함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0475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92665-81AC-ED01-63AA-16B856C27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정교한 놀람 디자인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447F89C-5097-4098-81B0-E8296F5DB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724" y="1317072"/>
            <a:ext cx="4463276" cy="5540928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F57D475-9DBC-7007-AB52-A82F6B64EF0A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5032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800" dirty="0" err="1"/>
              <a:t>부비부비의</a:t>
            </a:r>
            <a:r>
              <a:rPr lang="ko-KR" altLang="en-US" sz="2800" dirty="0"/>
              <a:t> 등장</a:t>
            </a:r>
            <a:endParaRPr lang="en-US" altLang="ko-KR" sz="2800" dirty="0"/>
          </a:p>
          <a:p>
            <a:r>
              <a:rPr lang="ko-KR" altLang="en-US" sz="2800" dirty="0" err="1"/>
              <a:t>드퀘</a:t>
            </a:r>
            <a:r>
              <a:rPr lang="en-US" altLang="ko-KR" sz="2800" dirty="0"/>
              <a:t>1 : </a:t>
            </a:r>
          </a:p>
          <a:p>
            <a:pPr lvl="1"/>
            <a:r>
              <a:rPr lang="ko-KR" altLang="en-US" dirty="0"/>
              <a:t>플레이어가 모든 </a:t>
            </a:r>
            <a:r>
              <a:rPr lang="ko-KR" altLang="en-US" dirty="0" err="1"/>
              <a:t>커멘드를</a:t>
            </a:r>
            <a:r>
              <a:rPr lang="ko-KR" altLang="en-US" dirty="0"/>
              <a:t> 학습한 후</a:t>
            </a:r>
            <a:r>
              <a:rPr lang="en-US" altLang="ko-KR" dirty="0"/>
              <a:t>, </a:t>
            </a:r>
          </a:p>
          <a:p>
            <a:r>
              <a:rPr lang="ko-KR" altLang="en-US" sz="2800" dirty="0" err="1"/>
              <a:t>드퀘</a:t>
            </a:r>
            <a:r>
              <a:rPr lang="en-US" altLang="ko-KR" sz="2800" dirty="0"/>
              <a:t>2 : </a:t>
            </a:r>
          </a:p>
          <a:p>
            <a:pPr lvl="1"/>
            <a:r>
              <a:rPr lang="ko-KR" altLang="en-US" dirty="0"/>
              <a:t>동료 셋이 함께 처음으로 </a:t>
            </a:r>
            <a:r>
              <a:rPr lang="ko-KR" altLang="en-US" dirty="0" err="1"/>
              <a:t>던젼을</a:t>
            </a:r>
            <a:r>
              <a:rPr lang="ko-KR" altLang="en-US" dirty="0"/>
              <a:t> 도전한 후</a:t>
            </a:r>
            <a:r>
              <a:rPr lang="en-US" altLang="ko-KR" dirty="0"/>
              <a:t>, </a:t>
            </a:r>
          </a:p>
          <a:p>
            <a:r>
              <a:rPr lang="ko-KR" altLang="en-US" sz="2800" dirty="0" err="1"/>
              <a:t>드퀘</a:t>
            </a:r>
            <a:r>
              <a:rPr lang="en-US" altLang="ko-KR" sz="2800" dirty="0"/>
              <a:t>3 : </a:t>
            </a:r>
          </a:p>
          <a:p>
            <a:pPr lvl="1"/>
            <a:r>
              <a:rPr lang="ko-KR" altLang="en-US" dirty="0"/>
              <a:t>첫 강적을 물리친 후</a:t>
            </a:r>
            <a:r>
              <a:rPr lang="en-US" altLang="ko-KR" dirty="0"/>
              <a:t>,</a:t>
            </a:r>
          </a:p>
          <a:p>
            <a:r>
              <a:rPr lang="ko-KR" altLang="en-US" sz="2800" dirty="0" err="1"/>
              <a:t>드퀘</a:t>
            </a:r>
            <a:r>
              <a:rPr lang="en-US" altLang="ko-KR" sz="2800" dirty="0"/>
              <a:t>4 : </a:t>
            </a:r>
          </a:p>
          <a:p>
            <a:pPr lvl="1"/>
            <a:r>
              <a:rPr lang="ko-KR" altLang="en-US" dirty="0"/>
              <a:t>가냘픈 </a:t>
            </a:r>
            <a:r>
              <a:rPr lang="en-US" altLang="ko-KR" dirty="0"/>
              <a:t>2</a:t>
            </a:r>
            <a:r>
              <a:rPr lang="ko-KR" altLang="en-US" dirty="0"/>
              <a:t>명의 여성 캐릭터만이 모험에 지쳐 </a:t>
            </a:r>
            <a:endParaRPr lang="en-US" altLang="ko-KR" dirty="0"/>
          </a:p>
          <a:p>
            <a:pPr lvl="1"/>
            <a:r>
              <a:rPr lang="ko-KR" altLang="en-US" dirty="0"/>
              <a:t>밤의 마을로 도망쳐 돌아왔을 때</a:t>
            </a:r>
            <a:r>
              <a:rPr lang="en-US" altLang="ko-KR" dirty="0"/>
              <a:t>,</a:t>
            </a:r>
          </a:p>
          <a:p>
            <a:r>
              <a:rPr lang="ko-KR" altLang="en-US" dirty="0" err="1"/>
              <a:t>부비부비</a:t>
            </a:r>
            <a:r>
              <a:rPr lang="ko-KR" altLang="en-US" dirty="0"/>
              <a:t> 같은 말이 나올 리 없을 때 등장</a:t>
            </a:r>
            <a:r>
              <a:rPr lang="en-US" altLang="ko-KR" dirty="0"/>
              <a:t>. 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8246503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335</TotalTime>
  <Words>863</Words>
  <Application>Microsoft Office PowerPoint</Application>
  <PresentationFormat>와이드스크린</PresentationFormat>
  <Paragraphs>163</Paragraphs>
  <Slides>22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Press Start 2P</vt:lpstr>
      <vt:lpstr>맑은 고딕</vt:lpstr>
      <vt:lpstr>Calibri</vt:lpstr>
      <vt:lpstr>Calibri Light</vt:lpstr>
      <vt:lpstr>추억</vt:lpstr>
      <vt:lpstr>패키지</vt:lpstr>
      <vt:lpstr>Dance Along Maker and Neighborhood</vt:lpstr>
      <vt:lpstr>타겟</vt:lpstr>
      <vt:lpstr>게임 설명</vt:lpstr>
      <vt:lpstr>Game Flowchart</vt:lpstr>
      <vt:lpstr>사양</vt:lpstr>
      <vt:lpstr>피드백, 고찰</vt:lpstr>
      <vt:lpstr>   </vt:lpstr>
      <vt:lpstr>피드백, 고찰</vt:lpstr>
      <vt:lpstr>DanSparkling에 대한 고찰:</vt:lpstr>
      <vt:lpstr>USP</vt:lpstr>
      <vt:lpstr>게임 기획: 어떻게 기획해야 하지?</vt:lpstr>
      <vt:lpstr>기획에 대해</vt:lpstr>
      <vt:lpstr>재미이론이란?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직감 디자인의 연속과 쌓이는 피로</vt:lpstr>
      <vt:lpstr>정교한 놀람 디자인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변준영(2024184011)</dc:creator>
  <cp:lastModifiedBy>변준영(2024184011)</cp:lastModifiedBy>
  <cp:revision>1</cp:revision>
  <dcterms:created xsi:type="dcterms:W3CDTF">2025-09-14T04:38:00Z</dcterms:created>
  <dcterms:modified xsi:type="dcterms:W3CDTF">2025-09-21T14:37:38Z</dcterms:modified>
</cp:coreProperties>
</file>
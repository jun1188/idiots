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27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3dce0ac6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3dce0ac63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2541fd5b2_5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2541fd5b2_5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2541fd5b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2541fd5b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2541fd5b2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2541fd5b2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2541fd5b2_5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2541fd5b2_5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 descr="Empty light red studio room futuristic Sci Fi big hall room with lights red, Future background for design.(Getty Images 제공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082200" y="1484500"/>
            <a:ext cx="2979600" cy="158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자기 PR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자기소개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변준영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이번년도 말부터 맨날 톡방에 이상한 거 보내던 사람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한국공대 게임공학과 2학년 진학예정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소모임 ‘idiots’ 반폐쇄 상태로 운영 중, 간단한 사이드프로젝트 진행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게임개발 및 기획 공부중(아직 실력은 초보….)</a:t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2807900" y="2202025"/>
            <a:ext cx="3779100" cy="13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900" dirty="0">
                <a:solidFill>
                  <a:schemeClr val="dk2"/>
                </a:solidFill>
              </a:rPr>
              <a:t>자기 PR</a:t>
            </a:r>
            <a:endParaRPr sz="4300" dirty="0">
              <a:solidFill>
                <a:schemeClr val="dk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" name="Google Shape;71;p15" descr="Empty light red studio room futuristic Sci Fi big hall room with lights red, Future background for design.(Getty Images 제공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3082200" y="1484500"/>
            <a:ext cx="2979600" cy="158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자기 PR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" name="Google Shape;79;p16" descr="Empty light red studio room futuristic Sci Fi big hall room with lights red, Future background for design.(Getty Images 제공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3082200" y="1484500"/>
            <a:ext cx="2979600" cy="158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지금까지 해온 것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/>
        </p:nvSpPr>
        <p:spPr>
          <a:xfrm>
            <a:off x="2251200" y="2179200"/>
            <a:ext cx="46416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900" dirty="0">
                <a:solidFill>
                  <a:schemeClr val="dk2"/>
                </a:solidFill>
              </a:rPr>
              <a:t>지금까지 해온 것</a:t>
            </a:r>
            <a:endParaRPr sz="3900" dirty="0">
              <a:solidFill>
                <a:schemeClr val="dk2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457148" y="1802486"/>
            <a:ext cx="7854300" cy="8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 dirty="0">
                <a:solidFill>
                  <a:schemeClr val="tx1"/>
                </a:solidFill>
              </a:rPr>
              <a:t>그나마 성과라면 그동안의 활동 인증 바탕으로 중앙동아리 unidev 합류. </a:t>
            </a:r>
            <a:endParaRPr sz="1800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 dirty="0">
                <a:solidFill>
                  <a:schemeClr val="tx1"/>
                </a:solidFill>
              </a:rPr>
              <a:t>이거랑 같이 개인역량 키워서 이전에 실패한 다른 활동도 시도해볼 예정</a:t>
            </a:r>
            <a:endParaRPr sz="1800" dirty="0">
              <a:solidFill>
                <a:schemeClr val="tx1"/>
              </a:solidFill>
            </a:endParaRPr>
          </a:p>
        </p:txBody>
      </p:sp>
      <p:pic>
        <p:nvPicPr>
          <p:cNvPr id="2" name="Google Shape;87;p17">
            <a:extLst>
              <a:ext uri="{FF2B5EF4-FFF2-40B4-BE49-F238E27FC236}">
                <a16:creationId xmlns:a16="http://schemas.microsoft.com/office/drawing/2014/main" id="{0C435E72-0196-C8F7-FCE9-66C9B40808C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8433" y="2964300"/>
            <a:ext cx="2021991" cy="187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88;p17">
            <a:extLst>
              <a:ext uri="{FF2B5EF4-FFF2-40B4-BE49-F238E27FC236}">
                <a16:creationId xmlns:a16="http://schemas.microsoft.com/office/drawing/2014/main" id="{C5ED866D-2E12-3AEC-EC1E-5B3D91AE435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7839" y="3670681"/>
            <a:ext cx="1516176" cy="111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89;p17">
            <a:extLst>
              <a:ext uri="{FF2B5EF4-FFF2-40B4-BE49-F238E27FC236}">
                <a16:creationId xmlns:a16="http://schemas.microsoft.com/office/drawing/2014/main" id="{041F19EA-6EFF-9B4C-4F56-A3D0E6F33FA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7235" y="2897261"/>
            <a:ext cx="943259" cy="125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0;p17">
            <a:extLst>
              <a:ext uri="{FF2B5EF4-FFF2-40B4-BE49-F238E27FC236}">
                <a16:creationId xmlns:a16="http://schemas.microsoft.com/office/drawing/2014/main" id="{29D765E7-3DBE-DE83-66A1-66C7FD23014E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7851" y="3425005"/>
            <a:ext cx="1856228" cy="13565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907A6C-F6F0-C116-897D-9D5EBCA35363}"/>
              </a:ext>
            </a:extLst>
          </p:cNvPr>
          <p:cNvSpPr txBox="1"/>
          <p:nvPr/>
        </p:nvSpPr>
        <p:spPr>
          <a:xfrm>
            <a:off x="280528" y="577648"/>
            <a:ext cx="85829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lvl="0" indent="0">
              <a:buNone/>
            </a:pPr>
            <a:r>
              <a:rPr lang="ko-KR" altLang="en-US" sz="1800" dirty="0"/>
              <a:t>소모임 운영</a:t>
            </a:r>
            <a:r>
              <a:rPr lang="en-US" altLang="ko-KR" sz="1800" dirty="0"/>
              <a:t>: </a:t>
            </a:r>
            <a:r>
              <a:rPr lang="ko-KR" altLang="en-US" sz="1800" dirty="0"/>
              <a:t>스터디</a:t>
            </a:r>
            <a:r>
              <a:rPr lang="en-US" altLang="ko-KR" sz="1800" dirty="0"/>
              <a:t>, </a:t>
            </a:r>
            <a:r>
              <a:rPr lang="ko-KR" altLang="en-US" sz="1800" dirty="0"/>
              <a:t>게임행사 단체참여</a:t>
            </a:r>
            <a:r>
              <a:rPr lang="en-US" altLang="ko-KR" sz="1800" dirty="0"/>
              <a:t>, </a:t>
            </a:r>
            <a:r>
              <a:rPr lang="ko-KR" altLang="en-US" sz="1800" dirty="0"/>
              <a:t>게임기획</a:t>
            </a:r>
            <a:r>
              <a:rPr lang="en-US" altLang="ko-KR" sz="1800" dirty="0"/>
              <a:t>, </a:t>
            </a:r>
            <a:r>
              <a:rPr lang="ko-KR" altLang="en-US" sz="1800" dirty="0"/>
              <a:t>사이드프로젝트</a:t>
            </a:r>
            <a:r>
              <a:rPr lang="en-US" altLang="ko-KR" sz="1800" dirty="0"/>
              <a:t>….</a:t>
            </a:r>
            <a:endParaRPr lang="ko-KR" altLang="en-US" sz="1800" dirty="0"/>
          </a:p>
          <a:p>
            <a:pPr marL="0" lvl="0" indent="0">
              <a:spcBef>
                <a:spcPts val="1200"/>
              </a:spcBef>
              <a:buNone/>
            </a:pPr>
            <a:r>
              <a:rPr lang="ko-KR" altLang="en-US" sz="1800" dirty="0"/>
              <a:t>다만 시도는 해봤지만 역량 부족으로  대부분 실패</a:t>
            </a:r>
            <a:r>
              <a:rPr lang="en-US" altLang="ko-KR" sz="1800" dirty="0"/>
              <a:t>, </a:t>
            </a:r>
            <a:r>
              <a:rPr lang="ko-KR" altLang="en-US" sz="1800" dirty="0"/>
              <a:t>앞으로도 도전 해볼 예정이긴 함</a:t>
            </a:r>
          </a:p>
          <a:p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91" grpId="0"/>
      <p:bldP spid="7" grpId="0"/>
      <p:bldP spid="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37D101-1C25-DA29-2CD7-E901E2667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그 외에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C893E5-D28A-467D-1825-F2B6C017E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간단한 게임 만들기</a:t>
            </a:r>
            <a:r>
              <a:rPr lang="en-US" altLang="ko-KR" dirty="0"/>
              <a:t>(Unity, unreal)</a:t>
            </a:r>
          </a:p>
          <a:p>
            <a:r>
              <a:rPr lang="ko-KR" altLang="en-US" dirty="0" err="1"/>
              <a:t>플밍</a:t>
            </a:r>
            <a:r>
              <a:rPr lang="ko-KR" altLang="en-US" dirty="0"/>
              <a:t> 공부</a:t>
            </a:r>
            <a:r>
              <a:rPr lang="en-US" altLang="ko-KR" dirty="0"/>
              <a:t>, </a:t>
            </a:r>
            <a:r>
              <a:rPr lang="ko-KR" altLang="en-US" dirty="0"/>
              <a:t>학과 공부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게임 하기</a:t>
            </a:r>
            <a:endParaRPr lang="en-US" altLang="ko-KR" dirty="0"/>
          </a:p>
        </p:txBody>
      </p:sp>
      <p:pic>
        <p:nvPicPr>
          <p:cNvPr id="1026" name="Picture 2" descr="블라인드 | 게임: 이터널리턴 지금바로시작해">
            <a:extLst>
              <a:ext uri="{FF2B5EF4-FFF2-40B4-BE49-F238E27FC236}">
                <a16:creationId xmlns:a16="http://schemas.microsoft.com/office/drawing/2014/main" id="{90D99C69-8255-7972-77F8-1B69A3825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90" y="278579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발로란트 인생 처음보는 &quot;아이언 1 0P&quot; 경쟁전은 어떨까?ㅣ솝플릭스 시리즈">
            <a:extLst>
              <a:ext uri="{FF2B5EF4-FFF2-40B4-BE49-F238E27FC236}">
                <a16:creationId xmlns:a16="http://schemas.microsoft.com/office/drawing/2014/main" id="{D66A1B65-8569-8FA0-4F61-7050A36A1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5" y="3088572"/>
            <a:ext cx="1822650" cy="1166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ome | Riot Games">
            <a:extLst>
              <a:ext uri="{FF2B5EF4-FFF2-40B4-BE49-F238E27FC236}">
                <a16:creationId xmlns:a16="http://schemas.microsoft.com/office/drawing/2014/main" id="{856C8603-5CC7-D880-EB06-BD9F25F29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5" y="2774746"/>
            <a:ext cx="985967" cy="627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클레르 옵스퀴르: 33 원정대 | 오늘 다운로드 및 구매 - Epic Games Store">
            <a:extLst>
              <a:ext uri="{FF2B5EF4-FFF2-40B4-BE49-F238E27FC236}">
                <a16:creationId xmlns:a16="http://schemas.microsoft.com/office/drawing/2014/main" id="{12002805-CA02-45DA-8724-902F26163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705" y="3169269"/>
            <a:ext cx="1457719" cy="1414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하늘까지 확장된 오픈월드, 젤다 야숨 후속작 2022년 출시">
            <a:extLst>
              <a:ext uri="{FF2B5EF4-FFF2-40B4-BE49-F238E27FC236}">
                <a16:creationId xmlns:a16="http://schemas.microsoft.com/office/drawing/2014/main" id="{B90FF8F5-750A-4680-0E2C-E76327B52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722" y="3643312"/>
            <a:ext cx="1457719" cy="1310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F4F8A2A-BBFE-4E4C-2B84-DB4802887C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944" y="290682"/>
            <a:ext cx="2400314" cy="1899379"/>
          </a:xfrm>
          <a:prstGeom prst="rect">
            <a:avLst/>
          </a:prstGeom>
        </p:spPr>
      </p:pic>
      <p:pic>
        <p:nvPicPr>
          <p:cNvPr id="1044" name="Picture 20" descr="김치런 PC 버전 다운로드 - LD플레이어">
            <a:extLst>
              <a:ext uri="{FF2B5EF4-FFF2-40B4-BE49-F238E27FC236}">
                <a16:creationId xmlns:a16="http://schemas.microsoft.com/office/drawing/2014/main" id="{1E639CDA-E301-0B33-5E2A-B0C10B553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0811" y="464954"/>
            <a:ext cx="1457719" cy="1414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561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8" name="Google Shape;98;p18" descr="Empty light red studio room futuristic Sci Fi big hall room with lights red, Future background for design.(Getty Images 제공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/>
        </p:nvSpPr>
        <p:spPr>
          <a:xfrm>
            <a:off x="1580100" y="858300"/>
            <a:ext cx="5983800" cy="342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0">
                <a:solidFill>
                  <a:schemeClr val="dk2"/>
                </a:solidFill>
              </a:rPr>
              <a:t>읽어주셔서 감사합니다</a:t>
            </a:r>
            <a:endParaRPr sz="4000">
              <a:solidFill>
                <a:schemeClr val="dk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</Words>
  <Application>Microsoft Office PowerPoint</Application>
  <PresentationFormat>화면 슬라이드 쇼(16:9)</PresentationFormat>
  <Paragraphs>21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PowerPoint 프레젠테이션</vt:lpstr>
      <vt:lpstr>자기소개</vt:lpstr>
      <vt:lpstr>PowerPoint 프레젠테이션</vt:lpstr>
      <vt:lpstr>PowerPoint 프레젠테이션</vt:lpstr>
      <vt:lpstr>PowerPoint 프레젠테이션</vt:lpstr>
      <vt:lpstr>그 외에…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준영 변</cp:lastModifiedBy>
  <cp:revision>1</cp:revision>
  <dcterms:modified xsi:type="dcterms:W3CDTF">2026-01-01T17:49:31Z</dcterms:modified>
</cp:coreProperties>
</file>